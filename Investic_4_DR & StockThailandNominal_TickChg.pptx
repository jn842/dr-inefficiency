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5" r:id="rId3"/>
    <p:sldId id="261" r:id="rId4"/>
    <p:sldId id="263" r:id="rId5"/>
    <p:sldId id="269" r:id="rId6"/>
    <p:sldId id="270" r:id="rId7"/>
    <p:sldId id="268" r:id="rId8"/>
    <p:sldId id="264" r:id="rId9"/>
    <p:sldId id="257" r:id="rId10"/>
    <p:sldId id="256" r:id="rId11"/>
    <p:sldId id="258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tnipat  Nipatkusolkit" userId="56d5ef7f-eaa0-4ca0-91d1-085d574dbb3a" providerId="ADAL" clId="{7FDE04B6-732E-4310-B8CD-34832A7C2BD1}"/>
    <pc:docChg chg="undo redo custSel addSld delSld modSld sldOrd">
      <pc:chgData name="Jetnipat  Nipatkusolkit" userId="56d5ef7f-eaa0-4ca0-91d1-085d574dbb3a" providerId="ADAL" clId="{7FDE04B6-732E-4310-B8CD-34832A7C2BD1}" dt="2026-02-20T06:45:41.031" v="4650" actId="2696"/>
      <pc:docMkLst>
        <pc:docMk/>
      </pc:docMkLst>
      <pc:sldChg chg="ord">
        <pc:chgData name="Jetnipat  Nipatkusolkit" userId="56d5ef7f-eaa0-4ca0-91d1-085d574dbb3a" providerId="ADAL" clId="{7FDE04B6-732E-4310-B8CD-34832A7C2BD1}" dt="2026-01-27T07:22:18.686" v="877"/>
        <pc:sldMkLst>
          <pc:docMk/>
          <pc:sldMk cId="239866682" sldId="256"/>
        </pc:sldMkLst>
      </pc:sldChg>
      <pc:sldChg chg="ord">
        <pc:chgData name="Jetnipat  Nipatkusolkit" userId="56d5ef7f-eaa0-4ca0-91d1-085d574dbb3a" providerId="ADAL" clId="{7FDE04B6-732E-4310-B8CD-34832A7C2BD1}" dt="2026-01-27T07:22:18.686" v="877"/>
        <pc:sldMkLst>
          <pc:docMk/>
          <pc:sldMk cId="2256554201" sldId="257"/>
        </pc:sldMkLst>
      </pc:sldChg>
      <pc:sldChg chg="ord">
        <pc:chgData name="Jetnipat  Nipatkusolkit" userId="56d5ef7f-eaa0-4ca0-91d1-085d574dbb3a" providerId="ADAL" clId="{7FDE04B6-732E-4310-B8CD-34832A7C2BD1}" dt="2026-01-27T07:22:35.059" v="881"/>
        <pc:sldMkLst>
          <pc:docMk/>
          <pc:sldMk cId="3786839292" sldId="258"/>
        </pc:sldMkLst>
      </pc:sldChg>
      <pc:sldChg chg="addSp modSp new mod">
        <pc:chgData name="Jetnipat  Nipatkusolkit" userId="56d5ef7f-eaa0-4ca0-91d1-085d574dbb3a" providerId="ADAL" clId="{7FDE04B6-732E-4310-B8CD-34832A7C2BD1}" dt="2026-01-28T06:37:53.130" v="3860" actId="1076"/>
        <pc:sldMkLst>
          <pc:docMk/>
          <pc:sldMk cId="3216192529" sldId="260"/>
        </pc:sldMkLst>
        <pc:spChg chg="add mod">
          <ac:chgData name="Jetnipat  Nipatkusolkit" userId="56d5ef7f-eaa0-4ca0-91d1-085d574dbb3a" providerId="ADAL" clId="{7FDE04B6-732E-4310-B8CD-34832A7C2BD1}" dt="2026-01-28T06:37:49.592" v="3859" actId="1076"/>
          <ac:spMkLst>
            <pc:docMk/>
            <pc:sldMk cId="3216192529" sldId="260"/>
            <ac:spMk id="4" creationId="{3FFDF93A-C209-4917-3A8E-CA437C7091BE}"/>
          </ac:spMkLst>
        </pc:spChg>
        <pc:spChg chg="mod">
          <ac:chgData name="Jetnipat  Nipatkusolkit" userId="56d5ef7f-eaa0-4ca0-91d1-085d574dbb3a" providerId="ADAL" clId="{7FDE04B6-732E-4310-B8CD-34832A7C2BD1}" dt="2026-01-28T06:35:54.391" v="3820"/>
          <ac:spMkLst>
            <pc:docMk/>
            <pc:sldMk cId="3216192529" sldId="260"/>
            <ac:spMk id="7" creationId="{E74D4FEE-69FD-A342-0B7A-DE82C96FB44E}"/>
          </ac:spMkLst>
        </pc:spChg>
        <pc:spChg chg="mod">
          <ac:chgData name="Jetnipat  Nipatkusolkit" userId="56d5ef7f-eaa0-4ca0-91d1-085d574dbb3a" providerId="ADAL" clId="{7FDE04B6-732E-4310-B8CD-34832A7C2BD1}" dt="2026-01-28T06:35:54.391" v="3820"/>
          <ac:spMkLst>
            <pc:docMk/>
            <pc:sldMk cId="3216192529" sldId="260"/>
            <ac:spMk id="8" creationId="{30FAF434-9C02-9CE6-BD4B-5E219042F337}"/>
          </ac:spMkLst>
        </pc:spChg>
        <pc:spChg chg="mod">
          <ac:chgData name="Jetnipat  Nipatkusolkit" userId="56d5ef7f-eaa0-4ca0-91d1-085d574dbb3a" providerId="ADAL" clId="{7FDE04B6-732E-4310-B8CD-34832A7C2BD1}" dt="2026-01-28T06:35:54.391" v="3820"/>
          <ac:spMkLst>
            <pc:docMk/>
            <pc:sldMk cId="3216192529" sldId="260"/>
            <ac:spMk id="9" creationId="{634E8CD0-4CED-487A-277E-E3BAD42A01C9}"/>
          </ac:spMkLst>
        </pc:spChg>
        <pc:spChg chg="mod">
          <ac:chgData name="Jetnipat  Nipatkusolkit" userId="56d5ef7f-eaa0-4ca0-91d1-085d574dbb3a" providerId="ADAL" clId="{7FDE04B6-732E-4310-B8CD-34832A7C2BD1}" dt="2026-01-28T06:36:07.166" v="3823"/>
          <ac:spMkLst>
            <pc:docMk/>
            <pc:sldMk cId="3216192529" sldId="260"/>
            <ac:spMk id="12" creationId="{EDA981DB-6D5B-6E87-0468-D86443C28074}"/>
          </ac:spMkLst>
        </pc:spChg>
        <pc:spChg chg="mod">
          <ac:chgData name="Jetnipat  Nipatkusolkit" userId="56d5ef7f-eaa0-4ca0-91d1-085d574dbb3a" providerId="ADAL" clId="{7FDE04B6-732E-4310-B8CD-34832A7C2BD1}" dt="2026-01-28T06:36:07.166" v="3823"/>
          <ac:spMkLst>
            <pc:docMk/>
            <pc:sldMk cId="3216192529" sldId="260"/>
            <ac:spMk id="13" creationId="{C33E2E42-BEFB-1576-2BD0-AC4D8604593B}"/>
          </ac:spMkLst>
        </pc:spChg>
        <pc:spChg chg="mod">
          <ac:chgData name="Jetnipat  Nipatkusolkit" userId="56d5ef7f-eaa0-4ca0-91d1-085d574dbb3a" providerId="ADAL" clId="{7FDE04B6-732E-4310-B8CD-34832A7C2BD1}" dt="2026-01-28T06:36:59.907" v="3844"/>
          <ac:spMkLst>
            <pc:docMk/>
            <pc:sldMk cId="3216192529" sldId="260"/>
            <ac:spMk id="16" creationId="{CD98C9FC-6BC8-CEE3-F7E8-AA0432016414}"/>
          </ac:spMkLst>
        </pc:spChg>
        <pc:spChg chg="mod">
          <ac:chgData name="Jetnipat  Nipatkusolkit" userId="56d5ef7f-eaa0-4ca0-91d1-085d574dbb3a" providerId="ADAL" clId="{7FDE04B6-732E-4310-B8CD-34832A7C2BD1}" dt="2026-01-28T06:37:09.971" v="3847"/>
          <ac:spMkLst>
            <pc:docMk/>
            <pc:sldMk cId="3216192529" sldId="260"/>
            <ac:spMk id="19" creationId="{2ADC9014-146A-0160-FDAE-587F7E39B9B0}"/>
          </ac:spMkLst>
        </pc:spChg>
        <pc:spChg chg="mod">
          <ac:chgData name="Jetnipat  Nipatkusolkit" userId="56d5ef7f-eaa0-4ca0-91d1-085d574dbb3a" providerId="ADAL" clId="{7FDE04B6-732E-4310-B8CD-34832A7C2BD1}" dt="2026-01-28T06:37:09.971" v="3847"/>
          <ac:spMkLst>
            <pc:docMk/>
            <pc:sldMk cId="3216192529" sldId="260"/>
            <ac:spMk id="20" creationId="{D9C3CBFB-035B-6432-0DA8-B909BCECC76A}"/>
          </ac:spMkLst>
        </pc:spChg>
        <pc:grpChg chg="add mod">
          <ac:chgData name="Jetnipat  Nipatkusolkit" userId="56d5ef7f-eaa0-4ca0-91d1-085d574dbb3a" providerId="ADAL" clId="{7FDE04B6-732E-4310-B8CD-34832A7C2BD1}" dt="2026-01-28T06:36:53.941" v="3842" actId="1076"/>
          <ac:grpSpMkLst>
            <pc:docMk/>
            <pc:sldMk cId="3216192529" sldId="260"/>
            <ac:grpSpMk id="2" creationId="{281E367A-FB48-D847-4F2E-64FC0005A924}"/>
          </ac:grpSpMkLst>
        </pc:grpChg>
        <pc:grpChg chg="add mod">
          <ac:chgData name="Jetnipat  Nipatkusolkit" userId="56d5ef7f-eaa0-4ca0-91d1-085d574dbb3a" providerId="ADAL" clId="{7FDE04B6-732E-4310-B8CD-34832A7C2BD1}" dt="2026-01-28T06:36:55.939" v="3843" actId="1076"/>
          <ac:grpSpMkLst>
            <pc:docMk/>
            <pc:sldMk cId="3216192529" sldId="260"/>
            <ac:grpSpMk id="10" creationId="{F7C63A4F-6A31-6EDA-9969-2CB8E1F829A7}"/>
          </ac:grpSpMkLst>
        </pc:grpChg>
        <pc:grpChg chg="add mod">
          <ac:chgData name="Jetnipat  Nipatkusolkit" userId="56d5ef7f-eaa0-4ca0-91d1-085d574dbb3a" providerId="ADAL" clId="{7FDE04B6-732E-4310-B8CD-34832A7C2BD1}" dt="2026-01-28T06:37:23.435" v="3852" actId="1076"/>
          <ac:grpSpMkLst>
            <pc:docMk/>
            <pc:sldMk cId="3216192529" sldId="260"/>
            <ac:grpSpMk id="14" creationId="{0496CBA5-0DB4-6B64-BAAE-E6A374DFB88E}"/>
          </ac:grpSpMkLst>
        </pc:grpChg>
        <pc:grpChg chg="add mod">
          <ac:chgData name="Jetnipat  Nipatkusolkit" userId="56d5ef7f-eaa0-4ca0-91d1-085d574dbb3a" providerId="ADAL" clId="{7FDE04B6-732E-4310-B8CD-34832A7C2BD1}" dt="2026-01-28T06:37:53.130" v="3860" actId="1076"/>
          <ac:grpSpMkLst>
            <pc:docMk/>
            <pc:sldMk cId="3216192529" sldId="260"/>
            <ac:grpSpMk id="17" creationId="{45A2FA7A-EBE7-DA93-9EA9-0A4754D8EF24}"/>
          </ac:grpSpMkLst>
        </pc:grpChg>
        <pc:picChg chg="add mod">
          <ac:chgData name="Jetnipat  Nipatkusolkit" userId="56d5ef7f-eaa0-4ca0-91d1-085d574dbb3a" providerId="ADAL" clId="{7FDE04B6-732E-4310-B8CD-34832A7C2BD1}" dt="2026-01-28T06:37:45.506" v="3858" actId="1076"/>
          <ac:picMkLst>
            <pc:docMk/>
            <pc:sldMk cId="3216192529" sldId="260"/>
            <ac:picMk id="3" creationId="{CC792FA6-48C2-7CD7-A856-FC7034E15274}"/>
          </ac:picMkLst>
        </pc:picChg>
        <pc:picChg chg="add mod modCrop">
          <ac:chgData name="Jetnipat  Nipatkusolkit" userId="56d5ef7f-eaa0-4ca0-91d1-085d574dbb3a" providerId="ADAL" clId="{7FDE04B6-732E-4310-B8CD-34832A7C2BD1}" dt="2026-01-28T06:37:43.649" v="3857" actId="1076"/>
          <ac:picMkLst>
            <pc:docMk/>
            <pc:sldMk cId="3216192529" sldId="260"/>
            <ac:picMk id="5" creationId="{B3A23DB0-2590-E5C5-8C80-DF75BB021F0E}"/>
          </ac:picMkLst>
        </pc:picChg>
        <pc:picChg chg="mod">
          <ac:chgData name="Jetnipat  Nipatkusolkit" userId="56d5ef7f-eaa0-4ca0-91d1-085d574dbb3a" providerId="ADAL" clId="{7FDE04B6-732E-4310-B8CD-34832A7C2BD1}" dt="2026-01-28T06:35:54.391" v="3820"/>
          <ac:picMkLst>
            <pc:docMk/>
            <pc:sldMk cId="3216192529" sldId="260"/>
            <ac:picMk id="6" creationId="{9B487117-768F-65CF-1A48-33FB21C6B5E2}"/>
          </ac:picMkLst>
        </pc:picChg>
        <pc:picChg chg="mod modCrop">
          <ac:chgData name="Jetnipat  Nipatkusolkit" userId="56d5ef7f-eaa0-4ca0-91d1-085d574dbb3a" providerId="ADAL" clId="{7FDE04B6-732E-4310-B8CD-34832A7C2BD1}" dt="2026-01-28T06:36:44.836" v="3836" actId="732"/>
          <ac:picMkLst>
            <pc:docMk/>
            <pc:sldMk cId="3216192529" sldId="260"/>
            <ac:picMk id="11" creationId="{206DCCDE-06F6-4703-0171-F32D469E238C}"/>
          </ac:picMkLst>
        </pc:picChg>
        <pc:picChg chg="mod">
          <ac:chgData name="Jetnipat  Nipatkusolkit" userId="56d5ef7f-eaa0-4ca0-91d1-085d574dbb3a" providerId="ADAL" clId="{7FDE04B6-732E-4310-B8CD-34832A7C2BD1}" dt="2026-01-28T06:36:59.907" v="3844"/>
          <ac:picMkLst>
            <pc:docMk/>
            <pc:sldMk cId="3216192529" sldId="260"/>
            <ac:picMk id="15" creationId="{6C9FEF63-5201-B999-7218-D2FDB0257D3C}"/>
          </ac:picMkLst>
        </pc:picChg>
        <pc:picChg chg="mod">
          <ac:chgData name="Jetnipat  Nipatkusolkit" userId="56d5ef7f-eaa0-4ca0-91d1-085d574dbb3a" providerId="ADAL" clId="{7FDE04B6-732E-4310-B8CD-34832A7C2BD1}" dt="2026-01-28T06:37:09.971" v="3847"/>
          <ac:picMkLst>
            <pc:docMk/>
            <pc:sldMk cId="3216192529" sldId="260"/>
            <ac:picMk id="18" creationId="{5E35E03D-0935-B284-B3D4-EEFBA06EC37B}"/>
          </ac:picMkLst>
        </pc:picChg>
      </pc:sldChg>
      <pc:sldChg chg="addSp delSp modSp new mod modShow">
        <pc:chgData name="Jetnipat  Nipatkusolkit" userId="56d5ef7f-eaa0-4ca0-91d1-085d574dbb3a" providerId="ADAL" clId="{7FDE04B6-732E-4310-B8CD-34832A7C2BD1}" dt="2026-01-28T01:29:38.879" v="3497" actId="1076"/>
        <pc:sldMkLst>
          <pc:docMk/>
          <pc:sldMk cId="2250131972" sldId="261"/>
        </pc:sldMkLst>
        <pc:spChg chg="add mod">
          <ac:chgData name="Jetnipat  Nipatkusolkit" userId="56d5ef7f-eaa0-4ca0-91d1-085d574dbb3a" providerId="ADAL" clId="{7FDE04B6-732E-4310-B8CD-34832A7C2BD1}" dt="2026-01-27T09:23:00.269" v="2659" actId="20577"/>
          <ac:spMkLst>
            <pc:docMk/>
            <pc:sldMk cId="2250131972" sldId="261"/>
            <ac:spMk id="2" creationId="{588DB9F8-63E9-47EC-28C6-085C0BF67E7C}"/>
          </ac:spMkLst>
        </pc:spChg>
        <pc:spChg chg="add mod">
          <ac:chgData name="Jetnipat  Nipatkusolkit" userId="56d5ef7f-eaa0-4ca0-91d1-085d574dbb3a" providerId="ADAL" clId="{7FDE04B6-732E-4310-B8CD-34832A7C2BD1}" dt="2026-01-28T01:29:35.211" v="3496" actId="1076"/>
          <ac:spMkLst>
            <pc:docMk/>
            <pc:sldMk cId="2250131972" sldId="261"/>
            <ac:spMk id="3" creationId="{C0FE8ABF-6A6D-CE2E-2E89-765412B967E0}"/>
          </ac:spMkLst>
        </pc:spChg>
        <pc:spChg chg="add mod">
          <ac:chgData name="Jetnipat  Nipatkusolkit" userId="56d5ef7f-eaa0-4ca0-91d1-085d574dbb3a" providerId="ADAL" clId="{7FDE04B6-732E-4310-B8CD-34832A7C2BD1}" dt="2026-01-28T01:29:38.879" v="3497" actId="1076"/>
          <ac:spMkLst>
            <pc:docMk/>
            <pc:sldMk cId="2250131972" sldId="261"/>
            <ac:spMk id="5" creationId="{E61148F8-312D-829D-EE49-C7A7F8B07122}"/>
          </ac:spMkLst>
        </pc:spChg>
        <pc:spChg chg="add mod">
          <ac:chgData name="Jetnipat  Nipatkusolkit" userId="56d5ef7f-eaa0-4ca0-91d1-085d574dbb3a" providerId="ADAL" clId="{7FDE04B6-732E-4310-B8CD-34832A7C2BD1}" dt="2026-01-22T09:04:28.896" v="465" actId="1076"/>
          <ac:spMkLst>
            <pc:docMk/>
            <pc:sldMk cId="2250131972" sldId="261"/>
            <ac:spMk id="6" creationId="{BEC46C8F-E91F-8A5E-94AC-0505A84395E7}"/>
          </ac:spMkLst>
        </pc:spChg>
        <pc:spChg chg="add mod">
          <ac:chgData name="Jetnipat  Nipatkusolkit" userId="56d5ef7f-eaa0-4ca0-91d1-085d574dbb3a" providerId="ADAL" clId="{7FDE04B6-732E-4310-B8CD-34832A7C2BD1}" dt="2026-01-28T01:29:35.211" v="3496" actId="1076"/>
          <ac:spMkLst>
            <pc:docMk/>
            <pc:sldMk cId="2250131972" sldId="261"/>
            <ac:spMk id="7" creationId="{380D2181-1C1C-F5A0-8A54-008F54B9A9B0}"/>
          </ac:spMkLst>
        </pc:spChg>
        <pc:spChg chg="add mod">
          <ac:chgData name="Jetnipat  Nipatkusolkit" userId="56d5ef7f-eaa0-4ca0-91d1-085d574dbb3a" providerId="ADAL" clId="{7FDE04B6-732E-4310-B8CD-34832A7C2BD1}" dt="2026-01-28T01:29:27.945" v="3495" actId="20577"/>
          <ac:spMkLst>
            <pc:docMk/>
            <pc:sldMk cId="2250131972" sldId="261"/>
            <ac:spMk id="8" creationId="{229EF684-6897-CA74-6FFD-D40B69192402}"/>
          </ac:spMkLst>
        </pc:spChg>
      </pc:sldChg>
      <pc:sldChg chg="addSp delSp modSp new mod modAnim">
        <pc:chgData name="Jetnipat  Nipatkusolkit" userId="56d5ef7f-eaa0-4ca0-91d1-085d574dbb3a" providerId="ADAL" clId="{7FDE04B6-732E-4310-B8CD-34832A7C2BD1}" dt="2026-01-28T09:58:46.893" v="4583" actId="1076"/>
        <pc:sldMkLst>
          <pc:docMk/>
          <pc:sldMk cId="1345814278" sldId="263"/>
        </pc:sldMkLst>
        <pc:spChg chg="add mod">
          <ac:chgData name="Jetnipat  Nipatkusolkit" userId="56d5ef7f-eaa0-4ca0-91d1-085d574dbb3a" providerId="ADAL" clId="{7FDE04B6-732E-4310-B8CD-34832A7C2BD1}" dt="2026-01-28T04:55:05.987" v="3725" actId="1076"/>
          <ac:spMkLst>
            <pc:docMk/>
            <pc:sldMk cId="1345814278" sldId="263"/>
            <ac:spMk id="2" creationId="{DD8A6A02-22F4-1EFA-50C7-BCF6A387F7C2}"/>
          </ac:spMkLst>
        </pc:spChg>
        <pc:spChg chg="add mod">
          <ac:chgData name="Jetnipat  Nipatkusolkit" userId="56d5ef7f-eaa0-4ca0-91d1-085d574dbb3a" providerId="ADAL" clId="{7FDE04B6-732E-4310-B8CD-34832A7C2BD1}" dt="2026-01-28T06:42:04.186" v="3881" actId="20577"/>
          <ac:spMkLst>
            <pc:docMk/>
            <pc:sldMk cId="1345814278" sldId="263"/>
            <ac:spMk id="3" creationId="{04442A4B-79BF-0A10-D852-2B99857E2AA7}"/>
          </ac:spMkLst>
        </pc:spChg>
        <pc:spChg chg="add mod">
          <ac:chgData name="Jetnipat  Nipatkusolkit" userId="56d5ef7f-eaa0-4ca0-91d1-085d574dbb3a" providerId="ADAL" clId="{7FDE04B6-732E-4310-B8CD-34832A7C2BD1}" dt="2026-01-28T06:41:57.166" v="3877" actId="1076"/>
          <ac:spMkLst>
            <pc:docMk/>
            <pc:sldMk cId="1345814278" sldId="263"/>
            <ac:spMk id="6" creationId="{646A7498-013F-A57D-3BFD-8CBC65B1AB7A}"/>
          </ac:spMkLst>
        </pc:spChg>
        <pc:spChg chg="add mod">
          <ac:chgData name="Jetnipat  Nipatkusolkit" userId="56d5ef7f-eaa0-4ca0-91d1-085d574dbb3a" providerId="ADAL" clId="{7FDE04B6-732E-4310-B8CD-34832A7C2BD1}" dt="2026-01-28T09:58:46.893" v="4583" actId="1076"/>
          <ac:spMkLst>
            <pc:docMk/>
            <pc:sldMk cId="1345814278" sldId="263"/>
            <ac:spMk id="10" creationId="{E05FE357-03CE-C296-BF2F-0495EE87625A}"/>
          </ac:spMkLst>
        </pc:spChg>
        <pc:spChg chg="add mod">
          <ac:chgData name="Jetnipat  Nipatkusolkit" userId="56d5ef7f-eaa0-4ca0-91d1-085d574dbb3a" providerId="ADAL" clId="{7FDE04B6-732E-4310-B8CD-34832A7C2BD1}" dt="2026-01-28T06:44:17.455" v="3922" actId="1076"/>
          <ac:spMkLst>
            <pc:docMk/>
            <pc:sldMk cId="1345814278" sldId="263"/>
            <ac:spMk id="12" creationId="{D7A769FD-D0E3-8F14-E759-CC87166EE3F7}"/>
          </ac:spMkLst>
        </pc:spChg>
        <pc:spChg chg="add mod">
          <ac:chgData name="Jetnipat  Nipatkusolkit" userId="56d5ef7f-eaa0-4ca0-91d1-085d574dbb3a" providerId="ADAL" clId="{7FDE04B6-732E-4310-B8CD-34832A7C2BD1}" dt="2026-01-28T09:49:38.534" v="4297" actId="1035"/>
          <ac:spMkLst>
            <pc:docMk/>
            <pc:sldMk cId="1345814278" sldId="263"/>
            <ac:spMk id="33" creationId="{B8BAE957-9E47-6AFA-126D-340AE36B2999}"/>
          </ac:spMkLst>
        </pc:spChg>
        <pc:spChg chg="add mod">
          <ac:chgData name="Jetnipat  Nipatkusolkit" userId="56d5ef7f-eaa0-4ca0-91d1-085d574dbb3a" providerId="ADAL" clId="{7FDE04B6-732E-4310-B8CD-34832A7C2BD1}" dt="2026-01-28T09:49:38.534" v="4297" actId="1035"/>
          <ac:spMkLst>
            <pc:docMk/>
            <pc:sldMk cId="1345814278" sldId="263"/>
            <ac:spMk id="34" creationId="{5EC6F11E-5FBA-BB49-BF33-84EC5303387A}"/>
          </ac:spMkLst>
        </pc:spChg>
        <pc:spChg chg="add mod">
          <ac:chgData name="Jetnipat  Nipatkusolkit" userId="56d5ef7f-eaa0-4ca0-91d1-085d574dbb3a" providerId="ADAL" clId="{7FDE04B6-732E-4310-B8CD-34832A7C2BD1}" dt="2026-01-28T09:14:06.147" v="4043" actId="1076"/>
          <ac:spMkLst>
            <pc:docMk/>
            <pc:sldMk cId="1345814278" sldId="263"/>
            <ac:spMk id="37" creationId="{3624143A-0B49-E6BB-CCFA-FA484DF19F6D}"/>
          </ac:spMkLst>
        </pc:spChg>
        <pc:spChg chg="add mod">
          <ac:chgData name="Jetnipat  Nipatkusolkit" userId="56d5ef7f-eaa0-4ca0-91d1-085d574dbb3a" providerId="ADAL" clId="{7FDE04B6-732E-4310-B8CD-34832A7C2BD1}" dt="2026-01-28T09:35:07.060" v="4182" actId="1076"/>
          <ac:spMkLst>
            <pc:docMk/>
            <pc:sldMk cId="1345814278" sldId="263"/>
            <ac:spMk id="40" creationId="{C167415F-6063-F30E-5C74-870E6CCEEAD9}"/>
          </ac:spMkLst>
        </pc:spChg>
        <pc:spChg chg="add mod">
          <ac:chgData name="Jetnipat  Nipatkusolkit" userId="56d5ef7f-eaa0-4ca0-91d1-085d574dbb3a" providerId="ADAL" clId="{7FDE04B6-732E-4310-B8CD-34832A7C2BD1}" dt="2026-01-28T09:49:38.534" v="4297" actId="1035"/>
          <ac:spMkLst>
            <pc:docMk/>
            <pc:sldMk cId="1345814278" sldId="263"/>
            <ac:spMk id="43" creationId="{B8DCCB67-044D-E62C-DBD6-88B00CB3EF97}"/>
          </ac:spMkLst>
        </pc:spChg>
        <pc:spChg chg="add mod">
          <ac:chgData name="Jetnipat  Nipatkusolkit" userId="56d5ef7f-eaa0-4ca0-91d1-085d574dbb3a" providerId="ADAL" clId="{7FDE04B6-732E-4310-B8CD-34832A7C2BD1}" dt="2026-01-28T09:49:38.534" v="4297" actId="1035"/>
          <ac:spMkLst>
            <pc:docMk/>
            <pc:sldMk cId="1345814278" sldId="263"/>
            <ac:spMk id="44" creationId="{4D7498F8-4568-444B-67AE-490057C2FA03}"/>
          </ac:spMkLst>
        </pc:spChg>
        <pc:spChg chg="add mod">
          <ac:chgData name="Jetnipat  Nipatkusolkit" userId="56d5ef7f-eaa0-4ca0-91d1-085d574dbb3a" providerId="ADAL" clId="{7FDE04B6-732E-4310-B8CD-34832A7C2BD1}" dt="2026-01-28T09:49:38.534" v="4297" actId="1035"/>
          <ac:spMkLst>
            <pc:docMk/>
            <pc:sldMk cId="1345814278" sldId="263"/>
            <ac:spMk id="45" creationId="{0EB52F04-6C7E-0DF2-7F0D-DF216EEF35DC}"/>
          </ac:spMkLst>
        </pc:spChg>
        <pc:grpChg chg="add mod">
          <ac:chgData name="Jetnipat  Nipatkusolkit" userId="56d5ef7f-eaa0-4ca0-91d1-085d574dbb3a" providerId="ADAL" clId="{7FDE04B6-732E-4310-B8CD-34832A7C2BD1}" dt="2026-01-28T06:43:51.043" v="3915" actId="1076"/>
          <ac:grpSpMkLst>
            <pc:docMk/>
            <pc:sldMk cId="1345814278" sldId="263"/>
            <ac:grpSpMk id="4" creationId="{909F03C7-B4D5-6621-C94B-4BFD0AA50070}"/>
          </ac:grpSpMkLst>
        </pc:grpChg>
        <pc:grpChg chg="add mod">
          <ac:chgData name="Jetnipat  Nipatkusolkit" userId="56d5ef7f-eaa0-4ca0-91d1-085d574dbb3a" providerId="ADAL" clId="{7FDE04B6-732E-4310-B8CD-34832A7C2BD1}" dt="2026-01-28T06:44:21.118" v="3924" actId="1076"/>
          <ac:grpSpMkLst>
            <pc:docMk/>
            <pc:sldMk cId="1345814278" sldId="263"/>
            <ac:grpSpMk id="13" creationId="{CB8D168F-0FF9-E909-D55E-15C58A321B85}"/>
          </ac:grpSpMkLst>
        </pc:grpChg>
        <pc:grpChg chg="add mod">
          <ac:chgData name="Jetnipat  Nipatkusolkit" userId="56d5ef7f-eaa0-4ca0-91d1-085d574dbb3a" providerId="ADAL" clId="{7FDE04B6-732E-4310-B8CD-34832A7C2BD1}" dt="2026-01-28T09:49:38.534" v="4297" actId="1035"/>
          <ac:grpSpMkLst>
            <pc:docMk/>
            <pc:sldMk cId="1345814278" sldId="263"/>
            <ac:grpSpMk id="29" creationId="{FAA740C2-215B-BF41-624A-4BD353C9FF29}"/>
          </ac:grpSpMkLst>
        </pc:grpChg>
        <pc:picChg chg="add mod">
          <ac:chgData name="Jetnipat  Nipatkusolkit" userId="56d5ef7f-eaa0-4ca0-91d1-085d574dbb3a" providerId="ADAL" clId="{7FDE04B6-732E-4310-B8CD-34832A7C2BD1}" dt="2026-01-28T09:09:04.988" v="3931" actId="1076"/>
          <ac:picMkLst>
            <pc:docMk/>
            <pc:sldMk cId="1345814278" sldId="263"/>
            <ac:picMk id="8" creationId="{8608CEF2-D4A5-11B9-D370-46BE5A2B1541}"/>
          </ac:picMkLst>
        </pc:picChg>
        <pc:picChg chg="add mod">
          <ac:chgData name="Jetnipat  Nipatkusolkit" userId="56d5ef7f-eaa0-4ca0-91d1-085d574dbb3a" providerId="ADAL" clId="{7FDE04B6-732E-4310-B8CD-34832A7C2BD1}" dt="2026-01-28T06:43:55.275" v="3916" actId="14100"/>
          <ac:picMkLst>
            <pc:docMk/>
            <pc:sldMk cId="1345814278" sldId="263"/>
            <ac:picMk id="11" creationId="{EF1EBA57-2309-2491-BBA8-FC1012A80C5E}"/>
          </ac:picMkLst>
        </pc:picChg>
        <pc:picChg chg="add mod modCrop">
          <ac:chgData name="Jetnipat  Nipatkusolkit" userId="56d5ef7f-eaa0-4ca0-91d1-085d574dbb3a" providerId="ADAL" clId="{7FDE04B6-732E-4310-B8CD-34832A7C2BD1}" dt="2026-01-28T09:11:20.774" v="3948" actId="164"/>
          <ac:picMkLst>
            <pc:docMk/>
            <pc:sldMk cId="1345814278" sldId="263"/>
            <ac:picMk id="27" creationId="{610E8BC9-9209-A88B-0E16-CCAEF79E0855}"/>
          </ac:picMkLst>
        </pc:picChg>
        <pc:picChg chg="add mod modCrop">
          <ac:chgData name="Jetnipat  Nipatkusolkit" userId="56d5ef7f-eaa0-4ca0-91d1-085d574dbb3a" providerId="ADAL" clId="{7FDE04B6-732E-4310-B8CD-34832A7C2BD1}" dt="2026-01-28T09:11:20.774" v="3948" actId="164"/>
          <ac:picMkLst>
            <pc:docMk/>
            <pc:sldMk cId="1345814278" sldId="263"/>
            <ac:picMk id="28" creationId="{0FF4C0C6-C8F7-8DE4-5443-E68491D4B69F}"/>
          </ac:picMkLst>
        </pc:picChg>
        <pc:picChg chg="add mod">
          <ac:chgData name="Jetnipat  Nipatkusolkit" userId="56d5ef7f-eaa0-4ca0-91d1-085d574dbb3a" providerId="ADAL" clId="{7FDE04B6-732E-4310-B8CD-34832A7C2BD1}" dt="2026-01-28T09:49:38.534" v="4297" actId="1035"/>
          <ac:picMkLst>
            <pc:docMk/>
            <pc:sldMk cId="1345814278" sldId="263"/>
            <ac:picMk id="39" creationId="{74D63617-87C1-1CDF-48B3-2FE4674554EE}"/>
          </ac:picMkLst>
        </pc:picChg>
        <pc:picChg chg="add mod">
          <ac:chgData name="Jetnipat  Nipatkusolkit" userId="56d5ef7f-eaa0-4ca0-91d1-085d574dbb3a" providerId="ADAL" clId="{7FDE04B6-732E-4310-B8CD-34832A7C2BD1}" dt="2026-01-28T09:49:38.534" v="4297" actId="1035"/>
          <ac:picMkLst>
            <pc:docMk/>
            <pc:sldMk cId="1345814278" sldId="263"/>
            <ac:picMk id="42" creationId="{50DA7388-B3C0-C569-E092-D2E54EE7BB51}"/>
          </ac:picMkLst>
        </pc:picChg>
        <pc:cxnChg chg="add">
          <ac:chgData name="Jetnipat  Nipatkusolkit" userId="56d5ef7f-eaa0-4ca0-91d1-085d574dbb3a" providerId="ADAL" clId="{7FDE04B6-732E-4310-B8CD-34832A7C2BD1}" dt="2026-01-28T06:44:06.737" v="3917" actId="11529"/>
          <ac:cxnSpMkLst>
            <pc:docMk/>
            <pc:sldMk cId="1345814278" sldId="263"/>
            <ac:cxnSpMk id="25" creationId="{99240ADF-886A-EF8E-E3DA-205E055E838B}"/>
          </ac:cxnSpMkLst>
        </pc:cxnChg>
        <pc:cxnChg chg="add mod">
          <ac:chgData name="Jetnipat  Nipatkusolkit" userId="56d5ef7f-eaa0-4ca0-91d1-085d574dbb3a" providerId="ADAL" clId="{7FDE04B6-732E-4310-B8CD-34832A7C2BD1}" dt="2026-01-28T09:49:38.534" v="4297" actId="1035"/>
          <ac:cxnSpMkLst>
            <pc:docMk/>
            <pc:sldMk cId="1345814278" sldId="263"/>
            <ac:cxnSpMk id="31" creationId="{5EDD5CFA-CCA6-D972-646D-5C93EF0D3402}"/>
          </ac:cxnSpMkLst>
        </pc:cxnChg>
        <pc:cxnChg chg="add mod">
          <ac:chgData name="Jetnipat  Nipatkusolkit" userId="56d5ef7f-eaa0-4ca0-91d1-085d574dbb3a" providerId="ADAL" clId="{7FDE04B6-732E-4310-B8CD-34832A7C2BD1}" dt="2026-01-28T09:49:38.534" v="4297" actId="1035"/>
          <ac:cxnSpMkLst>
            <pc:docMk/>
            <pc:sldMk cId="1345814278" sldId="263"/>
            <ac:cxnSpMk id="32" creationId="{7B8EE48D-C18E-A00C-9D43-65310159935E}"/>
          </ac:cxnSpMkLst>
        </pc:cxnChg>
      </pc:sldChg>
      <pc:sldChg chg="addSp modSp new mod">
        <pc:chgData name="Jetnipat  Nipatkusolkit" userId="56d5ef7f-eaa0-4ca0-91d1-085d574dbb3a" providerId="ADAL" clId="{7FDE04B6-732E-4310-B8CD-34832A7C2BD1}" dt="2026-01-27T07:39:29.528" v="1288" actId="20577"/>
        <pc:sldMkLst>
          <pc:docMk/>
          <pc:sldMk cId="124160996" sldId="264"/>
        </pc:sldMkLst>
        <pc:spChg chg="add mod">
          <ac:chgData name="Jetnipat  Nipatkusolkit" userId="56d5ef7f-eaa0-4ca0-91d1-085d574dbb3a" providerId="ADAL" clId="{7FDE04B6-732E-4310-B8CD-34832A7C2BD1}" dt="2026-01-27T07:31:34.137" v="1272" actId="20577"/>
          <ac:spMkLst>
            <pc:docMk/>
            <pc:sldMk cId="124160996" sldId="264"/>
            <ac:spMk id="2" creationId="{02BA8D76-E890-F5AB-C7D9-15FE6B7CC48A}"/>
          </ac:spMkLst>
        </pc:spChg>
        <pc:spChg chg="add mod">
          <ac:chgData name="Jetnipat  Nipatkusolkit" userId="56d5ef7f-eaa0-4ca0-91d1-085d574dbb3a" providerId="ADAL" clId="{7FDE04B6-732E-4310-B8CD-34832A7C2BD1}" dt="2026-01-27T07:26:27.059" v="1039" actId="1076"/>
          <ac:spMkLst>
            <pc:docMk/>
            <pc:sldMk cId="124160996" sldId="264"/>
            <ac:spMk id="3" creationId="{3799BA4A-3D2B-D196-431A-36097E424BF1}"/>
          </ac:spMkLst>
        </pc:spChg>
        <pc:spChg chg="add mod">
          <ac:chgData name="Jetnipat  Nipatkusolkit" userId="56d5ef7f-eaa0-4ca0-91d1-085d574dbb3a" providerId="ADAL" clId="{7FDE04B6-732E-4310-B8CD-34832A7C2BD1}" dt="2026-01-27T07:27:00.965" v="1075" actId="1076"/>
          <ac:spMkLst>
            <pc:docMk/>
            <pc:sldMk cId="124160996" sldId="264"/>
            <ac:spMk id="4" creationId="{B7B24E77-CE37-ACC8-982E-41885AF3F087}"/>
          </ac:spMkLst>
        </pc:spChg>
        <pc:spChg chg="add mod">
          <ac:chgData name="Jetnipat  Nipatkusolkit" userId="56d5ef7f-eaa0-4ca0-91d1-085d574dbb3a" providerId="ADAL" clId="{7FDE04B6-732E-4310-B8CD-34832A7C2BD1}" dt="2026-01-27T07:39:29.528" v="1288" actId="20577"/>
          <ac:spMkLst>
            <pc:docMk/>
            <pc:sldMk cId="124160996" sldId="264"/>
            <ac:spMk id="5" creationId="{0DBCD0DE-FCE3-D991-FFAD-1C0EE6A6A0FC}"/>
          </ac:spMkLst>
        </pc:spChg>
      </pc:sldChg>
      <pc:sldChg chg="addSp delSp modSp new mod ord">
        <pc:chgData name="Jetnipat  Nipatkusolkit" userId="56d5ef7f-eaa0-4ca0-91d1-085d574dbb3a" providerId="ADAL" clId="{7FDE04B6-732E-4310-B8CD-34832A7C2BD1}" dt="2026-01-28T10:00:34.397" v="4617" actId="1076"/>
        <pc:sldMkLst>
          <pc:docMk/>
          <pc:sldMk cId="1204824738" sldId="265"/>
        </pc:sldMkLst>
        <pc:spChg chg="add mod">
          <ac:chgData name="Jetnipat  Nipatkusolkit" userId="56d5ef7f-eaa0-4ca0-91d1-085d574dbb3a" providerId="ADAL" clId="{7FDE04B6-732E-4310-B8CD-34832A7C2BD1}" dt="2026-01-28T10:00:16.643" v="4614" actId="20577"/>
          <ac:spMkLst>
            <pc:docMk/>
            <pc:sldMk cId="1204824738" sldId="265"/>
            <ac:spMk id="2" creationId="{193D99ED-7314-7CD4-1B20-1CB387D1FDD9}"/>
          </ac:spMkLst>
        </pc:spChg>
        <pc:spChg chg="add mod">
          <ac:chgData name="Jetnipat  Nipatkusolkit" userId="56d5ef7f-eaa0-4ca0-91d1-085d574dbb3a" providerId="ADAL" clId="{7FDE04B6-732E-4310-B8CD-34832A7C2BD1}" dt="2026-01-28T06:38:40.414" v="3871" actId="1076"/>
          <ac:spMkLst>
            <pc:docMk/>
            <pc:sldMk cId="1204824738" sldId="265"/>
            <ac:spMk id="6" creationId="{5279E6AE-4702-7C23-1E4F-551593F06BB7}"/>
          </ac:spMkLst>
        </pc:spChg>
        <pc:spChg chg="add mod">
          <ac:chgData name="Jetnipat  Nipatkusolkit" userId="56d5ef7f-eaa0-4ca0-91d1-085d574dbb3a" providerId="ADAL" clId="{7FDE04B6-732E-4310-B8CD-34832A7C2BD1}" dt="2026-01-28T10:00:04.589" v="4604" actId="1076"/>
          <ac:spMkLst>
            <pc:docMk/>
            <pc:sldMk cId="1204824738" sldId="265"/>
            <ac:spMk id="8" creationId="{98ABA99A-491B-E314-08F8-1E391A31BE04}"/>
          </ac:spMkLst>
        </pc:spChg>
        <pc:spChg chg="add mod">
          <ac:chgData name="Jetnipat  Nipatkusolkit" userId="56d5ef7f-eaa0-4ca0-91d1-085d574dbb3a" providerId="ADAL" clId="{7FDE04B6-732E-4310-B8CD-34832A7C2BD1}" dt="2026-01-28T10:00:00.868" v="4603" actId="1076"/>
          <ac:spMkLst>
            <pc:docMk/>
            <pc:sldMk cId="1204824738" sldId="265"/>
            <ac:spMk id="11" creationId="{B5A7485C-7FCD-5CF5-20A4-A0D4EF08CFA8}"/>
          </ac:spMkLst>
        </pc:spChg>
        <pc:spChg chg="add mod">
          <ac:chgData name="Jetnipat  Nipatkusolkit" userId="56d5ef7f-eaa0-4ca0-91d1-085d574dbb3a" providerId="ADAL" clId="{7FDE04B6-732E-4310-B8CD-34832A7C2BD1}" dt="2026-01-28T10:00:27.101" v="4615" actId="14100"/>
          <ac:spMkLst>
            <pc:docMk/>
            <pc:sldMk cId="1204824738" sldId="265"/>
            <ac:spMk id="12" creationId="{90E66D45-C2B1-2F41-FE3B-0E7B0E3D50CB}"/>
          </ac:spMkLst>
        </pc:spChg>
        <pc:spChg chg="add mod">
          <ac:chgData name="Jetnipat  Nipatkusolkit" userId="56d5ef7f-eaa0-4ca0-91d1-085d574dbb3a" providerId="ADAL" clId="{7FDE04B6-732E-4310-B8CD-34832A7C2BD1}" dt="2026-01-28T10:00:06.637" v="4605" actId="1076"/>
          <ac:spMkLst>
            <pc:docMk/>
            <pc:sldMk cId="1204824738" sldId="265"/>
            <ac:spMk id="13" creationId="{9B9C5426-69A4-86A3-BC86-CB270DEA7BC0}"/>
          </ac:spMkLst>
        </pc:spChg>
        <pc:spChg chg="mod">
          <ac:chgData name="Jetnipat  Nipatkusolkit" userId="56d5ef7f-eaa0-4ca0-91d1-085d574dbb3a" providerId="ADAL" clId="{7FDE04B6-732E-4310-B8CD-34832A7C2BD1}" dt="2026-01-28T01:18:54.782" v="3253" actId="1035"/>
          <ac:spMkLst>
            <pc:docMk/>
            <pc:sldMk cId="1204824738" sldId="265"/>
            <ac:spMk id="15" creationId="{CFBC8BB0-CD5A-957B-F9D7-32C7B0655F05}"/>
          </ac:spMkLst>
        </pc:spChg>
        <pc:spChg chg="mod">
          <ac:chgData name="Jetnipat  Nipatkusolkit" userId="56d5ef7f-eaa0-4ca0-91d1-085d574dbb3a" providerId="ADAL" clId="{7FDE04B6-732E-4310-B8CD-34832A7C2BD1}" dt="2026-01-28T01:18:54.782" v="3253" actId="1035"/>
          <ac:spMkLst>
            <pc:docMk/>
            <pc:sldMk cId="1204824738" sldId="265"/>
            <ac:spMk id="16" creationId="{FD06EACB-84AC-D48E-78DB-6E6D0A166703}"/>
          </ac:spMkLst>
        </pc:spChg>
        <pc:spChg chg="mod">
          <ac:chgData name="Jetnipat  Nipatkusolkit" userId="56d5ef7f-eaa0-4ca0-91d1-085d574dbb3a" providerId="ADAL" clId="{7FDE04B6-732E-4310-B8CD-34832A7C2BD1}" dt="2026-01-28T01:18:54.782" v="3253" actId="1035"/>
          <ac:spMkLst>
            <pc:docMk/>
            <pc:sldMk cId="1204824738" sldId="265"/>
            <ac:spMk id="18" creationId="{0B00772A-0A3B-71B1-C111-A3625CE26E14}"/>
          </ac:spMkLst>
        </pc:spChg>
        <pc:spChg chg="mod">
          <ac:chgData name="Jetnipat  Nipatkusolkit" userId="56d5ef7f-eaa0-4ca0-91d1-085d574dbb3a" providerId="ADAL" clId="{7FDE04B6-732E-4310-B8CD-34832A7C2BD1}" dt="2026-01-28T01:18:54.782" v="3253" actId="1035"/>
          <ac:spMkLst>
            <pc:docMk/>
            <pc:sldMk cId="1204824738" sldId="265"/>
            <ac:spMk id="19" creationId="{20E97AD0-1D3E-28F3-0672-9ABAAECB27C4}"/>
          </ac:spMkLst>
        </pc:spChg>
        <pc:spChg chg="mod">
          <ac:chgData name="Jetnipat  Nipatkusolkit" userId="56d5ef7f-eaa0-4ca0-91d1-085d574dbb3a" providerId="ADAL" clId="{7FDE04B6-732E-4310-B8CD-34832A7C2BD1}" dt="2026-01-28T01:18:54.782" v="3253" actId="1035"/>
          <ac:spMkLst>
            <pc:docMk/>
            <pc:sldMk cId="1204824738" sldId="265"/>
            <ac:spMk id="21" creationId="{C9232992-953E-8845-2159-480E1A9297B4}"/>
          </ac:spMkLst>
        </pc:spChg>
        <pc:spChg chg="add mod">
          <ac:chgData name="Jetnipat  Nipatkusolkit" userId="56d5ef7f-eaa0-4ca0-91d1-085d574dbb3a" providerId="ADAL" clId="{7FDE04B6-732E-4310-B8CD-34832A7C2BD1}" dt="2026-01-28T10:00:34.397" v="4617" actId="1076"/>
          <ac:spMkLst>
            <pc:docMk/>
            <pc:sldMk cId="1204824738" sldId="265"/>
            <ac:spMk id="22" creationId="{0DACF6DD-00C0-89B5-95B2-426B1067D9AF}"/>
          </ac:spMkLst>
        </pc:spChg>
        <pc:spChg chg="add mod">
          <ac:chgData name="Jetnipat  Nipatkusolkit" userId="56d5ef7f-eaa0-4ca0-91d1-085d574dbb3a" providerId="ADAL" clId="{7FDE04B6-732E-4310-B8CD-34832A7C2BD1}" dt="2026-01-28T10:00:30.213" v="4616" actId="14100"/>
          <ac:spMkLst>
            <pc:docMk/>
            <pc:sldMk cId="1204824738" sldId="265"/>
            <ac:spMk id="23" creationId="{A065F93D-1F9E-CDCA-B9C6-5822F8E98A3E}"/>
          </ac:spMkLst>
        </pc:spChg>
        <pc:grpChg chg="add mod">
          <ac:chgData name="Jetnipat  Nipatkusolkit" userId="56d5ef7f-eaa0-4ca0-91d1-085d574dbb3a" providerId="ADAL" clId="{7FDE04B6-732E-4310-B8CD-34832A7C2BD1}" dt="2026-01-27T15:05:02.845" v="3020" actId="14100"/>
          <ac:grpSpMkLst>
            <pc:docMk/>
            <pc:sldMk cId="1204824738" sldId="265"/>
            <ac:grpSpMk id="14" creationId="{6A11DFAB-43EE-A308-22C6-9D17F6D90D28}"/>
          </ac:grpSpMkLst>
        </pc:grpChg>
        <pc:grpChg chg="mod">
          <ac:chgData name="Jetnipat  Nipatkusolkit" userId="56d5ef7f-eaa0-4ca0-91d1-085d574dbb3a" providerId="ADAL" clId="{7FDE04B6-732E-4310-B8CD-34832A7C2BD1}" dt="2026-01-27T15:05:02.845" v="3020" actId="14100"/>
          <ac:grpSpMkLst>
            <pc:docMk/>
            <pc:sldMk cId="1204824738" sldId="265"/>
            <ac:grpSpMk id="17" creationId="{2854E3AA-47D9-ED66-AEC4-A464EEB1B759}"/>
          </ac:grpSpMkLst>
        </pc:grpChg>
        <pc:picChg chg="mod">
          <ac:chgData name="Jetnipat  Nipatkusolkit" userId="56d5ef7f-eaa0-4ca0-91d1-085d574dbb3a" providerId="ADAL" clId="{7FDE04B6-732E-4310-B8CD-34832A7C2BD1}" dt="2026-01-27T15:05:02.845" v="3020" actId="14100"/>
          <ac:picMkLst>
            <pc:docMk/>
            <pc:sldMk cId="1204824738" sldId="265"/>
            <ac:picMk id="20" creationId="{380908E8-5F67-5572-9769-AFF262A2423F}"/>
          </ac:picMkLst>
        </pc:picChg>
      </pc:sldChg>
      <pc:sldChg chg="addSp delSp modSp new del mod modShow">
        <pc:chgData name="Jetnipat  Nipatkusolkit" userId="56d5ef7f-eaa0-4ca0-91d1-085d574dbb3a" providerId="ADAL" clId="{7FDE04B6-732E-4310-B8CD-34832A7C2BD1}" dt="2026-02-20T06:45:18.902" v="4649" actId="2696"/>
        <pc:sldMkLst>
          <pc:docMk/>
          <pc:sldMk cId="627151722" sldId="266"/>
        </pc:sldMkLst>
      </pc:sldChg>
      <pc:sldChg chg="add mod modShow">
        <pc:chgData name="Jetnipat  Nipatkusolkit" userId="56d5ef7f-eaa0-4ca0-91d1-085d574dbb3a" providerId="ADAL" clId="{7FDE04B6-732E-4310-B8CD-34832A7C2BD1}" dt="2026-01-28T06:42:34.202" v="3889" actId="729"/>
        <pc:sldMkLst>
          <pc:docMk/>
          <pc:sldMk cId="770571844" sldId="268"/>
        </pc:sldMkLst>
      </pc:sldChg>
      <pc:sldChg chg="delSp modSp add mod">
        <pc:chgData name="Jetnipat  Nipatkusolkit" userId="56d5ef7f-eaa0-4ca0-91d1-085d574dbb3a" providerId="ADAL" clId="{7FDE04B6-732E-4310-B8CD-34832A7C2BD1}" dt="2026-01-28T12:21:35.800" v="4648" actId="20577"/>
        <pc:sldMkLst>
          <pc:docMk/>
          <pc:sldMk cId="2929259324" sldId="269"/>
        </pc:sldMkLst>
        <pc:spChg chg="mod">
          <ac:chgData name="Jetnipat  Nipatkusolkit" userId="56d5ef7f-eaa0-4ca0-91d1-085d574dbb3a" providerId="ADAL" clId="{7FDE04B6-732E-4310-B8CD-34832A7C2BD1}" dt="2026-01-28T09:09:34.759" v="3935" actId="1076"/>
          <ac:spMkLst>
            <pc:docMk/>
            <pc:sldMk cId="2929259324" sldId="269"/>
            <ac:spMk id="14" creationId="{877CB595-8ABB-D196-79BF-812F5E7E0E64}"/>
          </ac:spMkLst>
        </pc:spChg>
        <pc:spChg chg="mod">
          <ac:chgData name="Jetnipat  Nipatkusolkit" userId="56d5ef7f-eaa0-4ca0-91d1-085d574dbb3a" providerId="ADAL" clId="{7FDE04B6-732E-4310-B8CD-34832A7C2BD1}" dt="2026-01-28T09:56:47.692" v="4485" actId="20577"/>
          <ac:spMkLst>
            <pc:docMk/>
            <pc:sldMk cId="2929259324" sldId="269"/>
            <ac:spMk id="20" creationId="{B4FECDB2-F42B-D55A-42A4-3A7B43959274}"/>
          </ac:spMkLst>
        </pc:spChg>
        <pc:spChg chg="mod">
          <ac:chgData name="Jetnipat  Nipatkusolkit" userId="56d5ef7f-eaa0-4ca0-91d1-085d574dbb3a" providerId="ADAL" clId="{7FDE04B6-732E-4310-B8CD-34832A7C2BD1}" dt="2026-01-28T12:21:35.800" v="4648" actId="20577"/>
          <ac:spMkLst>
            <pc:docMk/>
            <pc:sldMk cId="2929259324" sldId="269"/>
            <ac:spMk id="23" creationId="{8C6D74E9-6794-DDF4-C00E-EB5F396BD6C0}"/>
          </ac:spMkLst>
        </pc:spChg>
        <pc:grpChg chg="mod">
          <ac:chgData name="Jetnipat  Nipatkusolkit" userId="56d5ef7f-eaa0-4ca0-91d1-085d574dbb3a" providerId="ADAL" clId="{7FDE04B6-732E-4310-B8CD-34832A7C2BD1}" dt="2026-01-28T09:09:34.759" v="3935" actId="1076"/>
          <ac:grpSpMkLst>
            <pc:docMk/>
            <pc:sldMk cId="2929259324" sldId="269"/>
            <ac:grpSpMk id="17" creationId="{06B27862-224A-EC31-ECFB-A906142CE5E5}"/>
          </ac:grpSpMkLst>
        </pc:grpChg>
      </pc:sldChg>
      <pc:sldChg chg="add mod modShow">
        <pc:chgData name="Jetnipat  Nipatkusolkit" userId="56d5ef7f-eaa0-4ca0-91d1-085d574dbb3a" providerId="ADAL" clId="{7FDE04B6-732E-4310-B8CD-34832A7C2BD1}" dt="2026-01-28T09:08:52.407" v="3929" actId="729"/>
        <pc:sldMkLst>
          <pc:docMk/>
          <pc:sldMk cId="751891339" sldId="270"/>
        </pc:sldMkLst>
      </pc:sldChg>
      <pc:sldChg chg="addSp modSp new del mod">
        <pc:chgData name="Jetnipat  Nipatkusolkit" userId="56d5ef7f-eaa0-4ca0-91d1-085d574dbb3a" providerId="ADAL" clId="{7FDE04B6-732E-4310-B8CD-34832A7C2BD1}" dt="2026-02-20T06:45:41.031" v="4650" actId="2696"/>
        <pc:sldMkLst>
          <pc:docMk/>
          <pc:sldMk cId="3857639521" sldId="271"/>
        </pc:sldMkLst>
        <pc:spChg chg="add mod">
          <ac:chgData name="Jetnipat  Nipatkusolkit" userId="56d5ef7f-eaa0-4ca0-91d1-085d574dbb3a" providerId="ADAL" clId="{7FDE04B6-732E-4310-B8CD-34832A7C2BD1}" dt="2026-01-28T09:53:11.563" v="4435" actId="5793"/>
          <ac:spMkLst>
            <pc:docMk/>
            <pc:sldMk cId="3857639521" sldId="271"/>
            <ac:spMk id="4" creationId="{B873893D-9CB2-9FCE-46F0-F8A4FD919490}"/>
          </ac:spMkLst>
        </pc:spChg>
        <pc:spChg chg="add mod">
          <ac:chgData name="Jetnipat  Nipatkusolkit" userId="56d5ef7f-eaa0-4ca0-91d1-085d574dbb3a" providerId="ADAL" clId="{7FDE04B6-732E-4310-B8CD-34832A7C2BD1}" dt="2026-01-28T09:53:04.869" v="4431" actId="20577"/>
          <ac:spMkLst>
            <pc:docMk/>
            <pc:sldMk cId="3857639521" sldId="271"/>
            <ac:spMk id="5" creationId="{FB8D1E1C-3EFC-6A4B-5033-2B605C5EAAD4}"/>
          </ac:spMkLst>
        </pc:spChg>
        <pc:picChg chg="add mod">
          <ac:chgData name="Jetnipat  Nipatkusolkit" userId="56d5ef7f-eaa0-4ca0-91d1-085d574dbb3a" providerId="ADAL" clId="{7FDE04B6-732E-4310-B8CD-34832A7C2BD1}" dt="2026-01-28T09:51:46.620" v="4304" actId="1076"/>
          <ac:picMkLst>
            <pc:docMk/>
            <pc:sldMk cId="3857639521" sldId="271"/>
            <ac:picMk id="3" creationId="{0F373DED-2AED-DBB1-5C6F-19217FB6C2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611EE-BE53-4471-8226-B0A4ECABF81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CAA59-344B-4510-A199-2B2B5154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18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CAA59-344B-4510-A199-2B2B515480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47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E684-625B-F4A7-538F-BE80A5D8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61168-556F-02E4-179D-1F19506460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DA4E3-BE2F-0EFC-FF5F-829B5C220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BB0A9-4411-9AD1-D192-0DC110AB2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CAA59-344B-4510-A199-2B2B515480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317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A403-6DC1-F3D8-604E-58528396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BFCBD-DB2B-3384-7CC3-8BCEE6803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EA049-54D8-D3D4-C927-282AE39E3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F07B-37CE-F814-FECD-8B02F8181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DCAA59-344B-4510-A199-2B2B515480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A2C74-8C6E-ACE5-8116-F86E3F620D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200E9-6A78-F832-93EC-3684D28BF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C08-ADBC-C245-1662-00E26AB2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A10BE-30BD-344F-3B48-CE1684BB6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A30C2-33A5-1E5A-03DB-BECC54EB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0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E180-965D-8B0E-319F-AD614D1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C1543-72BD-9B2F-C660-DD0415873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A760-DE42-2BE8-DD71-4404C7A0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935B9-343A-6CA4-9858-2F7D126E0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ACB3-41D7-1686-2960-3E98A20F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4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CC6F-7C6D-DCD1-6FCB-BE66B803E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F08D-C461-7A58-F400-AE15FD542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9B05-D560-5A78-FD40-F567C984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49507-EEC7-CC0E-0DF1-FB351C3F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2F992-BC71-46A0-C0DB-6DF59888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8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2AC5-9A36-B724-B938-9B666C9D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A045C-854E-4575-2361-658F58D72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0D318-DB3F-602F-67D3-7208A172C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7B41D-4A40-87F8-E483-F5161226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54ABE-27E3-03A6-6A96-352E5255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C393B-53D9-862A-D095-82131318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1DF5-8A64-C9EF-3EA5-7E823E555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D2096-10B1-7C41-6D8E-420BF960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5850F-91AA-6A80-ACDE-6745B7F1E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FA43D-B2F4-5A4A-11BD-421337B42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59C32-3042-EC06-02D4-24CA253480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16F2FB-4826-097B-0CC9-1CAC70E2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58300-96C4-EA35-7AC9-BCE0D8E0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623F75-798E-D966-84F4-114A3A4F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4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6B3C-9EEB-D462-C33D-885BE713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12D88-61B8-9BED-4F10-D57AEFA2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D87F5-A3DF-ADC3-49F3-B307E229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821E7E-33F6-396E-F1CD-1D528021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80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5FDF7B-B134-30C2-742E-C8DE98681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4CCBB-60EB-C19D-455F-E078BC4E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382C-75AD-AF0F-F6F7-31B7BD21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5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F7D0-BA0B-F9E6-765D-64BCC02FA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53E7B-F3C3-0F4A-A4F1-7F179CB87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B8C27-8C57-BD6C-D059-116F6D8A9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669C5-DB4A-C735-249C-1C0EB959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F3E07-0E07-9225-784C-F1143CB3E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14309-84B4-827D-4B03-88B33591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8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01D9-6A58-0B41-9C7C-245ECE1DF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3F534E-A4AA-B0A0-86B8-2CE7F5A16A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856F8-2EAA-676D-AADA-D12DE13C0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CC067-114D-D12D-AC5B-C60BE37F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804E0-EC7E-239E-A4AE-36032A96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99146-681F-8AFA-3EE2-50528CBB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8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0AB52-088D-A83D-9856-AE06C08E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3BC06-6C38-62CB-4FF7-C59270558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02A70-8D9F-E01B-60FD-561FDDDB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F85DF-FE03-1E53-AC69-8FEE501B4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6DEF3-3D7D-C5A9-2AB6-E23807BF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9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90423-6C33-BD22-7FF9-11ECB2ADC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B7C31-2F91-97F3-28A8-98DEA8FC9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838E3-0DB5-4D63-918A-997B9381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DECA7-5898-A7EA-73D7-ACDC5AD8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728C7-ACA6-7BB7-CA5E-4B9847EC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17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29D8A-282D-E6F0-A62E-7185884F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8740E-2617-3E35-AE8E-E3CADD00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8224-B19D-D6CB-B513-FB310D7659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E32C8-C989-4CF3-82DA-E661C18F8A2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FE240-2A89-43E5-9DE3-90D78F765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0C608-9919-A435-926D-320A18F8A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2E1EF-AD1B-4848-A10B-FDE3FA138E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8D23A-A61E-B490-63DB-640D9108D18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77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</a:t>
            </a:r>
          </a:p>
        </p:txBody>
      </p:sp>
    </p:spTree>
    <p:extLst>
      <p:ext uri="{BB962C8B-B14F-4D97-AF65-F5344CB8AC3E}">
        <p14:creationId xmlns:p14="http://schemas.microsoft.com/office/powerpoint/2010/main" val="44106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92FA6-48C2-7CD7-A856-FC7034E1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798" y="748951"/>
            <a:ext cx="6026446" cy="26807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DF93A-C209-4917-3A8E-CA437C7091BE}"/>
              </a:ext>
            </a:extLst>
          </p:cNvPr>
          <p:cNvSpPr txBox="1"/>
          <p:nvPr/>
        </p:nvSpPr>
        <p:spPr>
          <a:xfrm>
            <a:off x="634227" y="287154"/>
            <a:ext cx="2486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>
                <a:latin typeface="Cloud SemiBold" panose="02000000000000000000" pitchFamily="50" charset="-34"/>
                <a:cs typeface="Cloud SemiBold" panose="02000000000000000000" pitchFamily="50" charset="-34"/>
              </a:rPr>
              <a:t>DRs Inefficiency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23DB0-2590-E5C5-8C80-DF75BB021F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48"/>
          <a:stretch>
            <a:fillRect/>
          </a:stretch>
        </p:blipFill>
        <p:spPr>
          <a:xfrm>
            <a:off x="713947" y="903893"/>
            <a:ext cx="4712556" cy="24578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81E367A-FB48-D847-4F2E-64FC0005A924}"/>
              </a:ext>
            </a:extLst>
          </p:cNvPr>
          <p:cNvGrpSpPr/>
          <p:nvPr/>
        </p:nvGrpSpPr>
        <p:grpSpPr>
          <a:xfrm>
            <a:off x="634227" y="3621492"/>
            <a:ext cx="4055743" cy="1704355"/>
            <a:chOff x="334902" y="2259953"/>
            <a:chExt cx="4055743" cy="17043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487117-768F-65CF-1A48-33FB21C6B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803" b="-1"/>
            <a:stretch>
              <a:fillRect/>
            </a:stretch>
          </p:blipFill>
          <p:spPr>
            <a:xfrm>
              <a:off x="334902" y="2259953"/>
              <a:ext cx="4055743" cy="170435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4D4FEE-69FD-A342-0B7A-DE82C96FB44E}"/>
                </a:ext>
              </a:extLst>
            </p:cNvPr>
            <p:cNvSpPr/>
            <p:nvPr/>
          </p:nvSpPr>
          <p:spPr>
            <a:xfrm>
              <a:off x="414622" y="3321198"/>
              <a:ext cx="1095201" cy="475294"/>
            </a:xfrm>
            <a:prstGeom prst="rect">
              <a:avLst/>
            </a:prstGeom>
            <a:solidFill>
              <a:srgbClr val="FFFFCC">
                <a:alpha val="35294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30FAF434-9C02-9CE6-BD4B-5E219042F337}"/>
                </a:ext>
              </a:extLst>
            </p:cNvPr>
            <p:cNvSpPr/>
            <p:nvPr/>
          </p:nvSpPr>
          <p:spPr>
            <a:xfrm>
              <a:off x="1403721" y="3395530"/>
              <a:ext cx="258631" cy="258631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634E8CD0-4CED-487A-277E-E3BAD42A01C9}"/>
                </a:ext>
              </a:extLst>
            </p:cNvPr>
            <p:cNvSpPr/>
            <p:nvPr/>
          </p:nvSpPr>
          <p:spPr>
            <a:xfrm>
              <a:off x="4108799" y="2952038"/>
              <a:ext cx="258631" cy="258631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C63A4F-6A31-6EDA-9969-2CB8E1F829A7}"/>
              </a:ext>
            </a:extLst>
          </p:cNvPr>
          <p:cNvGrpSpPr/>
          <p:nvPr/>
        </p:nvGrpSpPr>
        <p:grpSpPr>
          <a:xfrm>
            <a:off x="634227" y="5325847"/>
            <a:ext cx="4247238" cy="1178545"/>
            <a:chOff x="6966075" y="981003"/>
            <a:chExt cx="4742924" cy="13160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6DCCDE-06F6-4703-0171-F32D469E2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57004"/>
            <a:stretch>
              <a:fillRect/>
            </a:stretch>
          </p:blipFill>
          <p:spPr>
            <a:xfrm>
              <a:off x="6966075" y="981003"/>
              <a:ext cx="4742924" cy="1316091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A981DB-6D5B-6E87-0468-D86443C28074}"/>
                </a:ext>
              </a:extLst>
            </p:cNvPr>
            <p:cNvSpPr/>
            <p:nvPr/>
          </p:nvSpPr>
          <p:spPr>
            <a:xfrm>
              <a:off x="6966075" y="1531089"/>
              <a:ext cx="1263525" cy="342046"/>
            </a:xfrm>
            <a:prstGeom prst="rect">
              <a:avLst/>
            </a:prstGeom>
            <a:solidFill>
              <a:srgbClr val="FFFFCC">
                <a:alpha val="35294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C33E2E42-BEFB-1576-2BD0-AC4D8604593B}"/>
                </a:ext>
              </a:extLst>
            </p:cNvPr>
            <p:cNvSpPr/>
            <p:nvPr/>
          </p:nvSpPr>
          <p:spPr>
            <a:xfrm>
              <a:off x="8142085" y="1443481"/>
              <a:ext cx="258631" cy="258631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96CBA5-0DB4-6B64-BAAE-E6A374DFB88E}"/>
              </a:ext>
            </a:extLst>
          </p:cNvPr>
          <p:cNvGrpSpPr/>
          <p:nvPr/>
        </p:nvGrpSpPr>
        <p:grpSpPr>
          <a:xfrm>
            <a:off x="5249002" y="3643718"/>
            <a:ext cx="6631172" cy="1638687"/>
            <a:chOff x="414622" y="4246041"/>
            <a:chExt cx="6631172" cy="163868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C9FEF63-5201-B999-7218-D2FDB0257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51401"/>
            <a:stretch>
              <a:fillRect/>
            </a:stretch>
          </p:blipFill>
          <p:spPr>
            <a:xfrm>
              <a:off x="414622" y="4246041"/>
              <a:ext cx="6631172" cy="8198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D98C9FC-6BC8-CEE3-F7E8-AA0432016414}"/>
                    </a:ext>
                  </a:extLst>
                </p:cNvPr>
                <p:cNvSpPr txBox="1"/>
                <p:nvPr/>
              </p:nvSpPr>
              <p:spPr>
                <a:xfrm>
                  <a:off x="1954598" y="4979672"/>
                  <a:ext cx="4323761" cy="9050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169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90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𝐻𝐾𝐷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989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𝑇𝐻𝐵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𝐻𝐾𝐷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44</m:t>
                            </m:r>
                          </m:den>
                        </m:f>
                      </m:oMath>
                    </m:oMathPara>
                  </a14:m>
                  <a:endParaRPr lang="en-US" dirty="0"/>
                </a:p>
                <a:p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en-US" sz="1600" dirty="0">
                      <a:latin typeface="Cloud" panose="02000000000000000000" pitchFamily="50" charset="-34"/>
                      <a:cs typeface="Cloud" panose="02000000000000000000" pitchFamily="50" charset="-34"/>
                    </a:rPr>
                    <a:t> </a:t>
                  </a:r>
                  <a:r>
                    <a:rPr lang="th-TH" sz="1600" dirty="0">
                      <a:latin typeface="Cloud" panose="02000000000000000000" pitchFamily="50" charset="-34"/>
                      <a:cs typeface="Cloud" panose="02000000000000000000" pitchFamily="50" charset="-34"/>
                    </a:rPr>
                    <a:t>บาท</a:t>
                  </a:r>
                  <a:endParaRPr lang="en-US" sz="1600" dirty="0">
                    <a:latin typeface="Cloud" panose="02000000000000000000" pitchFamily="50" charset="-34"/>
                    <a:cs typeface="Cloud" panose="02000000000000000000" pitchFamily="50" charset="-34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712729F-CC4A-D5AE-E852-C9C1AF152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54598" y="4979672"/>
                  <a:ext cx="4323761" cy="905056"/>
                </a:xfrm>
                <a:prstGeom prst="rect">
                  <a:avLst/>
                </a:prstGeom>
                <a:blipFill>
                  <a:blip r:embed="rId8"/>
                  <a:stretch>
                    <a:fillRect b="-53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A2FA7A-EBE7-DA93-9EA9-0A4754D8EF24}"/>
              </a:ext>
            </a:extLst>
          </p:cNvPr>
          <p:cNvGrpSpPr/>
          <p:nvPr/>
        </p:nvGrpSpPr>
        <p:grpSpPr>
          <a:xfrm>
            <a:off x="5426503" y="5362811"/>
            <a:ext cx="5620599" cy="1306449"/>
            <a:chOff x="388066" y="826960"/>
            <a:chExt cx="6246394" cy="145190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E35E03D-0935-B284-B3D4-EEFBA06EC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8066" y="826960"/>
              <a:ext cx="6246394" cy="1451908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DC9014-146A-0160-FDAE-587F7E39B9B0}"/>
                </a:ext>
              </a:extLst>
            </p:cNvPr>
            <p:cNvSpPr/>
            <p:nvPr/>
          </p:nvSpPr>
          <p:spPr>
            <a:xfrm>
              <a:off x="3875545" y="1239084"/>
              <a:ext cx="1263525" cy="475294"/>
            </a:xfrm>
            <a:prstGeom prst="rect">
              <a:avLst/>
            </a:prstGeom>
            <a:solidFill>
              <a:srgbClr val="FFFFCC">
                <a:alpha val="35294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D9C3CBFB-035B-6432-0DA8-B909BCECC76A}"/>
                </a:ext>
              </a:extLst>
            </p:cNvPr>
            <p:cNvSpPr/>
            <p:nvPr/>
          </p:nvSpPr>
          <p:spPr>
            <a:xfrm>
              <a:off x="3746229" y="1109768"/>
              <a:ext cx="258631" cy="258631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6192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5A7485C-7FCD-5CF5-20A4-A0D4EF08CFA8}"/>
              </a:ext>
            </a:extLst>
          </p:cNvPr>
          <p:cNvSpPr txBox="1"/>
          <p:nvPr/>
        </p:nvSpPr>
        <p:spPr>
          <a:xfrm>
            <a:off x="668909" y="955045"/>
            <a:ext cx="352590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u="sng" dirty="0"/>
              <a:t>To avoid FX risk </a:t>
            </a:r>
          </a:p>
          <a:p>
            <a:r>
              <a:rPr lang="en-US" sz="1700" dirty="0"/>
              <a:t>short holding period (&lt; 5 Day)</a:t>
            </a:r>
          </a:p>
          <a:p>
            <a:pPr marL="285750" indent="-285750">
              <a:buFontTx/>
              <a:buChar char="-"/>
            </a:pP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E66D45-C2B1-2F41-FE3B-0E7B0E3D50CB}"/>
              </a:ext>
            </a:extLst>
          </p:cNvPr>
          <p:cNvSpPr/>
          <p:nvPr/>
        </p:nvSpPr>
        <p:spPr>
          <a:xfrm>
            <a:off x="434340" y="359022"/>
            <a:ext cx="3942105" cy="425287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C5426-69A4-86A3-BC86-CB270DEA7BC0}"/>
              </a:ext>
            </a:extLst>
          </p:cNvPr>
          <p:cNvSpPr txBox="1"/>
          <p:nvPr/>
        </p:nvSpPr>
        <p:spPr>
          <a:xfrm>
            <a:off x="668909" y="2551837"/>
            <a:ext cx="381081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/>
              <a:t>News often hits </a:t>
            </a:r>
            <a:r>
              <a:rPr lang="en-US" sz="1700" b="1" dirty="0"/>
              <a:t>during US close</a:t>
            </a:r>
            <a:endParaRPr lang="en-US" sz="1700" dirty="0"/>
          </a:p>
          <a:p>
            <a:r>
              <a:rPr lang="en-US" sz="1700" dirty="0"/>
              <a:t>DR market trades </a:t>
            </a:r>
            <a:r>
              <a:rPr lang="en-US" sz="1700" b="1" dirty="0"/>
              <a:t>before US opens</a:t>
            </a:r>
            <a:endParaRPr lang="en-US" sz="1700" dirty="0"/>
          </a:p>
          <a:p>
            <a:pPr>
              <a:buNone/>
            </a:pPr>
            <a:r>
              <a:rPr lang="en-US" sz="1700" b="1" dirty="0"/>
              <a:t>Systematic mispricing at open</a:t>
            </a:r>
            <a:endParaRPr lang="en-US" sz="17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11DFAB-43EE-A308-22C6-9D17F6D90D28}"/>
              </a:ext>
            </a:extLst>
          </p:cNvPr>
          <p:cNvGrpSpPr/>
          <p:nvPr/>
        </p:nvGrpSpPr>
        <p:grpSpPr>
          <a:xfrm>
            <a:off x="4611014" y="359022"/>
            <a:ext cx="7170601" cy="4406738"/>
            <a:chOff x="510363" y="511867"/>
            <a:chExt cx="7170601" cy="44067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BC8BB0-CD5A-957B-F9D7-32C7B0655F05}"/>
                </a:ext>
              </a:extLst>
            </p:cNvPr>
            <p:cNvSpPr/>
            <p:nvPr/>
          </p:nvSpPr>
          <p:spPr>
            <a:xfrm>
              <a:off x="510363" y="511867"/>
              <a:ext cx="7170601" cy="457830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06EACB-84AC-D48E-78DB-6E6D0A166703}"/>
                </a:ext>
              </a:extLst>
            </p:cNvPr>
            <p:cNvSpPr txBox="1"/>
            <p:nvPr/>
          </p:nvSpPr>
          <p:spPr>
            <a:xfrm>
              <a:off x="1630503" y="557213"/>
              <a:ext cx="2257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Time-zone Mismatch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854E3AA-47D9-ED66-AEC4-A464EEB1B759}"/>
                </a:ext>
              </a:extLst>
            </p:cNvPr>
            <p:cNvGrpSpPr/>
            <p:nvPr/>
          </p:nvGrpSpPr>
          <p:grpSpPr>
            <a:xfrm>
              <a:off x="510363" y="996392"/>
              <a:ext cx="7070710" cy="3922213"/>
              <a:chOff x="510363" y="1049555"/>
              <a:chExt cx="7070710" cy="3922213"/>
            </a:xfrm>
          </p:grpSpPr>
          <p:pic>
            <p:nvPicPr>
              <p:cNvPr id="20" name="Picture 2">
                <a:extLst>
                  <a:ext uri="{FF2B5EF4-FFF2-40B4-BE49-F238E27FC236}">
                    <a16:creationId xmlns:a16="http://schemas.microsoft.com/office/drawing/2014/main" id="{380908E8-5F67-5572-9769-AFF262A242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47"/>
              <a:stretch>
                <a:fillRect/>
              </a:stretch>
            </p:blipFill>
            <p:spPr bwMode="auto">
              <a:xfrm>
                <a:off x="510363" y="1049555"/>
                <a:ext cx="7070710" cy="36185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9232992-953E-8845-2159-480E1A9297B4}"/>
                  </a:ext>
                </a:extLst>
              </p:cNvPr>
              <p:cNvSpPr txBox="1"/>
              <p:nvPr/>
            </p:nvSpPr>
            <p:spPr>
              <a:xfrm>
                <a:off x="602334" y="4694769"/>
                <a:ext cx="39421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Source: https://www.bualuang.co.th/article/nightsession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00772A-0A3B-71B1-C111-A3625CE26E14}"/>
                </a:ext>
              </a:extLst>
            </p:cNvPr>
            <p:cNvSpPr txBox="1"/>
            <p:nvPr/>
          </p:nvSpPr>
          <p:spPr>
            <a:xfrm>
              <a:off x="4626961" y="557213"/>
              <a:ext cx="15709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Relative Value</a:t>
              </a: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20E97AD0-1D3E-28F3-0672-9ABAAECB27C4}"/>
                </a:ext>
              </a:extLst>
            </p:cNvPr>
            <p:cNvSpPr/>
            <p:nvPr/>
          </p:nvSpPr>
          <p:spPr>
            <a:xfrm>
              <a:off x="3951394" y="637213"/>
              <a:ext cx="537295" cy="214407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DACF6DD-00C0-89B5-95B2-426B1067D9AF}"/>
              </a:ext>
            </a:extLst>
          </p:cNvPr>
          <p:cNvSpPr txBox="1"/>
          <p:nvPr/>
        </p:nvSpPr>
        <p:spPr>
          <a:xfrm>
            <a:off x="720524" y="4979249"/>
            <a:ext cx="65784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Google Sans"/>
              </a:rPr>
              <a:t>Strategy 1: Japan Linked DRs  </a:t>
            </a:r>
          </a:p>
          <a:p>
            <a:r>
              <a:rPr lang="en-US" dirty="0">
                <a:latin typeface="Google Sans"/>
              </a:rPr>
              <a:t>Strategy 2: Hong Kong Linked DRs</a:t>
            </a:r>
          </a:p>
          <a:p>
            <a:r>
              <a:rPr lang="en-US" dirty="0">
                <a:latin typeface="Google Sans"/>
              </a:rPr>
              <a:t>Strategy 3: Vietnam Linked DRs</a:t>
            </a:r>
          </a:p>
          <a:p>
            <a:r>
              <a:rPr lang="en-US" dirty="0">
                <a:latin typeface="Google Sans"/>
              </a:rPr>
              <a:t>Strategy 4: Europe Linked DRs </a:t>
            </a:r>
          </a:p>
          <a:p>
            <a:r>
              <a:rPr lang="en-US" dirty="0">
                <a:latin typeface="Google Sans"/>
              </a:rPr>
              <a:t>Strategy 5: All Linked DRs (Imbalance)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65F93D-1F9E-CDCA-B9C6-5822F8E98A3E}"/>
              </a:ext>
            </a:extLst>
          </p:cNvPr>
          <p:cNvSpPr/>
          <p:nvPr/>
        </p:nvSpPr>
        <p:spPr>
          <a:xfrm>
            <a:off x="434340" y="4840750"/>
            <a:ext cx="11347275" cy="175432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3D99ED-7314-7CD4-1B20-1CB387D1FDD9}"/>
              </a:ext>
            </a:extLst>
          </p:cNvPr>
          <p:cNvSpPr txBox="1"/>
          <p:nvPr/>
        </p:nvSpPr>
        <p:spPr>
          <a:xfrm>
            <a:off x="668909" y="3534680"/>
            <a:ext cx="305163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Noted: </a:t>
            </a:r>
            <a:r>
              <a:rPr lang="en-US" sz="1600" dirty="0" err="1"/>
              <a:t>backtesting</a:t>
            </a:r>
            <a:r>
              <a:rPr lang="en-US" sz="1600" dirty="0"/>
              <a:t> ignored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Liquidity, Fees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Real spread (OHLC)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9E6AE-4702-7C23-1E4F-551593F06BB7}"/>
              </a:ext>
            </a:extLst>
          </p:cNvPr>
          <p:cNvSpPr txBox="1"/>
          <p:nvPr/>
        </p:nvSpPr>
        <p:spPr>
          <a:xfrm>
            <a:off x="720524" y="480033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Inefficiency of Indicative 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ABA99A-491B-E314-08F8-1E391A31BE04}"/>
              </a:ext>
            </a:extLst>
          </p:cNvPr>
          <p:cNvSpPr txBox="1"/>
          <p:nvPr/>
        </p:nvSpPr>
        <p:spPr>
          <a:xfrm>
            <a:off x="668731" y="1644000"/>
            <a:ext cx="30516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Positive from Inefficiency</a:t>
            </a:r>
          </a:p>
          <a:p>
            <a:r>
              <a:rPr lang="en-US" sz="1600" dirty="0"/>
              <a:t>- Large gap underlying-ticker </a:t>
            </a:r>
          </a:p>
          <a:p>
            <a:r>
              <a:rPr lang="en-US" sz="1600" dirty="0"/>
              <a:t>- Event Driven</a:t>
            </a:r>
          </a:p>
        </p:txBody>
      </p:sp>
    </p:spTree>
    <p:extLst>
      <p:ext uri="{BB962C8B-B14F-4D97-AF65-F5344CB8AC3E}">
        <p14:creationId xmlns:p14="http://schemas.microsoft.com/office/powerpoint/2010/main" val="120482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8DB9F8-63E9-47EC-28C6-085C0BF67E7C}"/>
              </a:ext>
            </a:extLst>
          </p:cNvPr>
          <p:cNvSpPr txBox="1"/>
          <p:nvPr/>
        </p:nvSpPr>
        <p:spPr>
          <a:xfrm>
            <a:off x="627322" y="584791"/>
            <a:ext cx="9071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Avoid FX risk: short holding period (&lt;= 1 Day) -&gt; Large gap underlying-ticker or Event Driven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C46C8F-E91F-8A5E-94AC-0505A84395E7}"/>
              </a:ext>
            </a:extLst>
          </p:cNvPr>
          <p:cNvSpPr txBox="1"/>
          <p:nvPr/>
        </p:nvSpPr>
        <p:spPr>
          <a:xfrm>
            <a:off x="725672" y="1220937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Price Discrepancy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D2181-1C1C-F5A0-8A54-008F54B9A9B0}"/>
              </a:ext>
            </a:extLst>
          </p:cNvPr>
          <p:cNvSpPr txBox="1"/>
          <p:nvPr/>
        </p:nvSpPr>
        <p:spPr>
          <a:xfrm>
            <a:off x="627322" y="4375813"/>
            <a:ext cx="81525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A0A0A"/>
                </a:solidFill>
                <a:effectLst/>
                <a:latin typeface="Google Sans"/>
              </a:rPr>
              <a:t>Concern</a:t>
            </a:r>
          </a:p>
          <a:p>
            <a:r>
              <a:rPr lang="en-US" dirty="0">
                <a:solidFill>
                  <a:srgbClr val="0A0A0A"/>
                </a:solidFill>
                <a:latin typeface="Google Sans"/>
              </a:rPr>
              <a:t>Issuer </a:t>
            </a:r>
            <a:r>
              <a:rPr lang="th-TH" dirty="0">
                <a:solidFill>
                  <a:srgbClr val="0A0A0A"/>
                </a:solidFill>
                <a:latin typeface="Google Sans"/>
              </a:rPr>
              <a:t>รู้ทัน</a:t>
            </a:r>
          </a:p>
          <a:p>
            <a:r>
              <a:rPr lang="en-US" dirty="0">
                <a:solidFill>
                  <a:srgbClr val="0A0A0A"/>
                </a:solidFill>
                <a:latin typeface="Google Sans"/>
              </a:rPr>
              <a:t>Liquidity (</a:t>
            </a:r>
            <a:r>
              <a:rPr lang="en-US" dirty="0"/>
              <a:t>Fill and Kill (FAK))</a:t>
            </a:r>
            <a:endParaRPr lang="en-US" dirty="0">
              <a:solidFill>
                <a:srgbClr val="0A0A0A"/>
              </a:solidFill>
              <a:latin typeface="Google Sans"/>
            </a:endParaRPr>
          </a:p>
          <a:p>
            <a:r>
              <a:rPr lang="en-US" dirty="0">
                <a:solidFill>
                  <a:srgbClr val="0A0A0A"/>
                </a:solidFill>
                <a:latin typeface="Google Sans"/>
              </a:rPr>
              <a:t>Spread (Tick size increment)</a:t>
            </a:r>
            <a:endParaRPr lang="th-TH" dirty="0">
              <a:solidFill>
                <a:srgbClr val="0A0A0A"/>
              </a:solidFill>
              <a:latin typeface="Google Sans"/>
            </a:endParaRPr>
          </a:p>
          <a:p>
            <a:endParaRPr lang="en-US" dirty="0">
              <a:latin typeface="Google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148F8-312D-829D-EE49-C7A7F8B07122}"/>
              </a:ext>
            </a:extLst>
          </p:cNvPr>
          <p:cNvSpPr txBox="1"/>
          <p:nvPr/>
        </p:nvSpPr>
        <p:spPr>
          <a:xfrm>
            <a:off x="4703579" y="4345353"/>
            <a:ext cx="61084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Holiday cross slip</a:t>
            </a:r>
          </a:p>
          <a:p>
            <a:r>
              <a:rPr lang="en-US" dirty="0"/>
              <a:t># Premarket surge</a:t>
            </a:r>
          </a:p>
          <a:p>
            <a:r>
              <a:rPr lang="en-US" dirty="0"/>
              <a:t># Earnings front run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E8ABF-6A6D-CE2E-2E89-765412B967E0}"/>
              </a:ext>
            </a:extLst>
          </p:cNvPr>
          <p:cNvSpPr txBox="1"/>
          <p:nvPr/>
        </p:nvSpPr>
        <p:spPr>
          <a:xfrm>
            <a:off x="627322" y="5883601"/>
            <a:ext cx="716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*Each Strategy is different based from </a:t>
            </a:r>
            <a:r>
              <a:rPr lang="en-US" dirty="0" err="1"/>
              <a:t>timezone</a:t>
            </a:r>
            <a:r>
              <a:rPr lang="en-US" dirty="0"/>
              <a:t>, events, and holiday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9EF684-6897-CA74-6FFD-D40B69192402}"/>
              </a:ext>
            </a:extLst>
          </p:cNvPr>
          <p:cNvSpPr txBox="1"/>
          <p:nvPr/>
        </p:nvSpPr>
        <p:spPr>
          <a:xfrm>
            <a:off x="725672" y="1857083"/>
            <a:ext cx="8152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A0A0A"/>
                </a:solidFill>
                <a:effectLst/>
                <a:latin typeface="Google Sans"/>
              </a:rPr>
              <a:t>Strategy 1 : Americas &amp; Europe (US/EU) Linked DRs: </a:t>
            </a:r>
            <a:r>
              <a:rPr lang="en-US" dirty="0"/>
              <a:t>Relative Value</a:t>
            </a:r>
            <a:r>
              <a:rPr lang="th-TH" dirty="0"/>
              <a:t> </a:t>
            </a:r>
            <a:r>
              <a:rPr lang="en-US" dirty="0"/>
              <a:t>(naked)</a:t>
            </a:r>
            <a:endParaRPr lang="en-US" i="0" dirty="0">
              <a:solidFill>
                <a:srgbClr val="0A0A0A"/>
              </a:solidFill>
              <a:effectLst/>
              <a:latin typeface="Google Sans"/>
            </a:endParaRPr>
          </a:p>
          <a:p>
            <a:r>
              <a:rPr lang="en-US" dirty="0">
                <a:latin typeface="Google Sans"/>
              </a:rPr>
              <a:t>Strategy 2 : Japan Linked DRs    (AI/ML Post-Earnings)</a:t>
            </a:r>
          </a:p>
          <a:p>
            <a:r>
              <a:rPr lang="en-US" dirty="0">
                <a:latin typeface="Google Sans"/>
              </a:rPr>
              <a:t>Strategy 3: Hong Kong Linked DRs (Holiday switching)</a:t>
            </a:r>
          </a:p>
          <a:p>
            <a:r>
              <a:rPr lang="en-US" dirty="0">
                <a:latin typeface="Google Sans"/>
              </a:rPr>
              <a:t>Strategy 4: Vietnam Linked DRs: (Regulation)</a:t>
            </a:r>
          </a:p>
          <a:p>
            <a:r>
              <a:rPr lang="en-US" dirty="0">
                <a:latin typeface="Google Sans"/>
              </a:rPr>
              <a:t>Strategy 5: Europe Linked DRs (Pre-Earnings front run)</a:t>
            </a:r>
          </a:p>
          <a:p>
            <a:r>
              <a:rPr lang="en-US" dirty="0">
                <a:latin typeface="Google Sans"/>
              </a:rPr>
              <a:t>Strategy 6: All Linked DRs: Imbalance </a:t>
            </a:r>
          </a:p>
          <a:p>
            <a:r>
              <a:rPr lang="en-US" dirty="0">
                <a:latin typeface="Google Sans"/>
              </a:rPr>
              <a:t>Strategy 7: Secondary linked DRs</a:t>
            </a:r>
          </a:p>
          <a:p>
            <a:endParaRPr lang="en-US" dirty="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250131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A6A02-22F4-1EFA-50C7-BCF6A387F7C2}"/>
              </a:ext>
            </a:extLst>
          </p:cNvPr>
          <p:cNvSpPr txBox="1"/>
          <p:nvPr/>
        </p:nvSpPr>
        <p:spPr>
          <a:xfrm>
            <a:off x="-3721396" y="1195825"/>
            <a:ext cx="4465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Hong Kong – Shenzhen/Shanghai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EMA(Rolling Correlation)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Holiday</a:t>
            </a:r>
          </a:p>
          <a:p>
            <a:pPr marL="285750" indent="-285750">
              <a:buFontTx/>
              <a:buChar char="-"/>
            </a:pPr>
            <a:r>
              <a:rPr lang="en-US" dirty="0"/>
              <a:t>Gap threshold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9F03C7-B4D5-6621-C94B-4BFD0AA50070}"/>
              </a:ext>
            </a:extLst>
          </p:cNvPr>
          <p:cNvGrpSpPr/>
          <p:nvPr/>
        </p:nvGrpSpPr>
        <p:grpSpPr>
          <a:xfrm>
            <a:off x="249393" y="1013634"/>
            <a:ext cx="5586668" cy="2549144"/>
            <a:chOff x="520997" y="3755717"/>
            <a:chExt cx="5586668" cy="254914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F1EBA57-2309-2491-BBA8-FC1012A80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997" y="4502421"/>
              <a:ext cx="5586668" cy="180244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442A4B-79BF-0A10-D852-2B99857E2AA7}"/>
                </a:ext>
              </a:extLst>
            </p:cNvPr>
            <p:cNvSpPr txBox="1"/>
            <p:nvPr/>
          </p:nvSpPr>
          <p:spPr>
            <a:xfrm>
              <a:off x="886356" y="3755717"/>
              <a:ext cx="52041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loud" panose="02000000000000000000" pitchFamily="50" charset="-34"/>
                  <a:cs typeface="Cloud" panose="02000000000000000000" pitchFamily="50" charset="-34"/>
                </a:rPr>
                <a:t>Dates that are holiday in Hong Kong </a:t>
              </a:r>
            </a:p>
            <a:p>
              <a:pPr algn="ctr"/>
              <a:r>
                <a:rPr lang="en-US" dirty="0">
                  <a:latin typeface="Cloud" panose="02000000000000000000" pitchFamily="50" charset="-34"/>
                  <a:cs typeface="Cloud" panose="02000000000000000000" pitchFamily="50" charset="-34"/>
                </a:rPr>
                <a:t>but not in Shanghai/Shenzhen Exchange Market 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46A7498-013F-A57D-3BFD-8CBC65B1AB7A}"/>
              </a:ext>
            </a:extLst>
          </p:cNvPr>
          <p:cNvSpPr txBox="1"/>
          <p:nvPr/>
        </p:nvSpPr>
        <p:spPr>
          <a:xfrm>
            <a:off x="-146425" y="410990"/>
            <a:ext cx="6460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b="1" u="sng">
                <a:latin typeface="Cloud SemiBold" panose="02000000000000000000" pitchFamily="50" charset="-34"/>
                <a:cs typeface="Cloud SemiBold" panose="02000000000000000000" pitchFamily="50" charset="-34"/>
              </a:defRPr>
            </a:lvl1pPr>
          </a:lstStyle>
          <a:p>
            <a:r>
              <a:rPr lang="en-US" dirty="0"/>
              <a:t>Strategy 2: Hong Kong Linked DRs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5FE357-03CE-C296-BF2F-0495EE87625A}"/>
              </a:ext>
            </a:extLst>
          </p:cNvPr>
          <p:cNvSpPr txBox="1"/>
          <p:nvPr/>
        </p:nvSpPr>
        <p:spPr>
          <a:xfrm>
            <a:off x="249393" y="3767996"/>
            <a:ext cx="65971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Trade stock that listed in both Hong Kong and China only</a:t>
            </a:r>
          </a:p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8D168F-0FF9-E909-D55E-15C58A321B85}"/>
              </a:ext>
            </a:extLst>
          </p:cNvPr>
          <p:cNvGrpSpPr/>
          <p:nvPr/>
        </p:nvGrpSpPr>
        <p:grpSpPr>
          <a:xfrm>
            <a:off x="1214411" y="4385974"/>
            <a:ext cx="3985899" cy="2432240"/>
            <a:chOff x="7614439" y="3241904"/>
            <a:chExt cx="3985899" cy="243224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08CEF2-D4A5-11B9-D370-46BE5A2B1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30749" y="3241904"/>
              <a:ext cx="2729673" cy="199747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A769FD-D0E3-8F14-E759-CC87166EE3F7}"/>
                </a:ext>
              </a:extLst>
            </p:cNvPr>
            <p:cNvSpPr txBox="1"/>
            <p:nvPr/>
          </p:nvSpPr>
          <p:spPr>
            <a:xfrm>
              <a:off x="7614439" y="5304812"/>
              <a:ext cx="3985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Loss if include fees, spread (25 trades)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9240ADF-886A-EF8E-E3DA-205E055E838B}"/>
              </a:ext>
            </a:extLst>
          </p:cNvPr>
          <p:cNvCxnSpPr/>
          <p:nvPr/>
        </p:nvCxnSpPr>
        <p:spPr>
          <a:xfrm>
            <a:off x="6096000" y="95693"/>
            <a:ext cx="0" cy="6351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A740C2-215B-BF41-624A-4BD353C9FF29}"/>
              </a:ext>
            </a:extLst>
          </p:cNvPr>
          <p:cNvGrpSpPr/>
          <p:nvPr/>
        </p:nvGrpSpPr>
        <p:grpSpPr>
          <a:xfrm>
            <a:off x="6225900" y="1608990"/>
            <a:ext cx="5852586" cy="1668589"/>
            <a:chOff x="6130254" y="2853065"/>
            <a:chExt cx="4978638" cy="141942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10E8BC9-9209-A88B-0E16-CCAEF79E0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5429"/>
            <a:stretch>
              <a:fillRect/>
            </a:stretch>
          </p:blipFill>
          <p:spPr>
            <a:xfrm>
              <a:off x="10091452" y="2853065"/>
              <a:ext cx="1017440" cy="1419423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FF4C0C6-C8F7-8DE4-5443-E68491D4B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3272"/>
            <a:stretch>
              <a:fillRect/>
            </a:stretch>
          </p:blipFill>
          <p:spPr>
            <a:xfrm>
              <a:off x="6130254" y="2853066"/>
              <a:ext cx="3961198" cy="1419423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EDD5CFA-CCA6-D972-646D-5C93EF0D3402}"/>
              </a:ext>
            </a:extLst>
          </p:cNvPr>
          <p:cNvCxnSpPr/>
          <p:nvPr/>
        </p:nvCxnSpPr>
        <p:spPr>
          <a:xfrm>
            <a:off x="7929332" y="1183829"/>
            <a:ext cx="0" cy="402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B8EE48D-C18E-A00C-9D43-65310159935E}"/>
              </a:ext>
            </a:extLst>
          </p:cNvPr>
          <p:cNvCxnSpPr/>
          <p:nvPr/>
        </p:nvCxnSpPr>
        <p:spPr>
          <a:xfrm>
            <a:off x="10361981" y="1183829"/>
            <a:ext cx="0" cy="402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BAE957-9E47-6AFA-126D-340AE36B2999}"/>
              </a:ext>
            </a:extLst>
          </p:cNvPr>
          <p:cNvSpPr txBox="1"/>
          <p:nvPr/>
        </p:nvSpPr>
        <p:spPr>
          <a:xfrm>
            <a:off x="7497258" y="822702"/>
            <a:ext cx="864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Holiday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6F11E-5FBA-BB49-BF33-84EC5303387A}"/>
              </a:ext>
            </a:extLst>
          </p:cNvPr>
          <p:cNvSpPr txBox="1"/>
          <p:nvPr/>
        </p:nvSpPr>
        <p:spPr>
          <a:xfrm>
            <a:off x="10025991" y="822702"/>
            <a:ext cx="671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Open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24143A-0B49-E6BB-CCFA-FA484DF19F6D}"/>
              </a:ext>
            </a:extLst>
          </p:cNvPr>
          <p:cNvSpPr txBox="1"/>
          <p:nvPr/>
        </p:nvSpPr>
        <p:spPr>
          <a:xfrm>
            <a:off x="414274" y="4831178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1 Jan 2024</a:t>
            </a:r>
          </a:p>
          <a:p>
            <a:pPr algn="ctr"/>
            <a:r>
              <a:rPr lang="en-US" sz="1600" dirty="0"/>
              <a:t>To</a:t>
            </a:r>
          </a:p>
          <a:p>
            <a:pPr algn="ctr"/>
            <a:r>
              <a:rPr lang="en-US" sz="1600" dirty="0"/>
              <a:t>31 Dec 2025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4D63617-87C1-1CDF-48B3-2FE467455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900" y="3882055"/>
            <a:ext cx="2954120" cy="21617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167415F-6063-F30E-5C74-870E6CCEEAD9}"/>
              </a:ext>
            </a:extLst>
          </p:cNvPr>
          <p:cNvSpPr txBox="1"/>
          <p:nvPr/>
        </p:nvSpPr>
        <p:spPr>
          <a:xfrm>
            <a:off x="6701589" y="333298"/>
            <a:ext cx="5204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 trade: Use any underlying related instead.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0DA7388-B3C0-C569-E092-D2E54EE7B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6420" y="3895323"/>
            <a:ext cx="2954120" cy="214845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8DCCB67-044D-E62C-DBD6-88B00CB3EF97}"/>
              </a:ext>
            </a:extLst>
          </p:cNvPr>
          <p:cNvSpPr txBox="1"/>
          <p:nvPr/>
        </p:nvSpPr>
        <p:spPr>
          <a:xfrm>
            <a:off x="9533769" y="3525991"/>
            <a:ext cx="240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Buy &amp; Hold (Bundle)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7498F8-4568-444B-67AE-490057C2FA03}"/>
              </a:ext>
            </a:extLst>
          </p:cNvPr>
          <p:cNvSpPr txBox="1"/>
          <p:nvPr/>
        </p:nvSpPr>
        <p:spPr>
          <a:xfrm>
            <a:off x="6579649" y="3525991"/>
            <a:ext cx="240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Result (117 trades)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52F04-6C7E-0DF2-7F0D-DF216EEF35DC}"/>
              </a:ext>
            </a:extLst>
          </p:cNvPr>
          <p:cNvSpPr txBox="1"/>
          <p:nvPr/>
        </p:nvSpPr>
        <p:spPr>
          <a:xfrm>
            <a:off x="8068250" y="6157834"/>
            <a:ext cx="2470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1 Jan 2024 - 31 Dec 2025</a:t>
            </a:r>
          </a:p>
        </p:txBody>
      </p:sp>
    </p:spTree>
    <p:extLst>
      <p:ext uri="{BB962C8B-B14F-4D97-AF65-F5344CB8AC3E}">
        <p14:creationId xmlns:p14="http://schemas.microsoft.com/office/powerpoint/2010/main" val="134581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40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7923-7831-DA43-70C1-F6738873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914BD3-28F5-4F89-32A5-AEE521910FA0}"/>
              </a:ext>
            </a:extLst>
          </p:cNvPr>
          <p:cNvSpPr txBox="1"/>
          <p:nvPr/>
        </p:nvSpPr>
        <p:spPr>
          <a:xfrm>
            <a:off x="-3721396" y="1195825"/>
            <a:ext cx="4465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Hong Kong – Shenzhen/Shanghai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EMA(Rolling Correlation)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Holiday</a:t>
            </a:r>
          </a:p>
          <a:p>
            <a:pPr marL="285750" indent="-285750">
              <a:buFontTx/>
              <a:buChar char="-"/>
            </a:pPr>
            <a:r>
              <a:rPr lang="en-US" dirty="0"/>
              <a:t>Gap threshold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CB595-8ABB-D196-79BF-812F5E7E0E64}"/>
              </a:ext>
            </a:extLst>
          </p:cNvPr>
          <p:cNvSpPr txBox="1"/>
          <p:nvPr/>
        </p:nvSpPr>
        <p:spPr>
          <a:xfrm>
            <a:off x="3041798" y="301310"/>
            <a:ext cx="6108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Cloud SemiBold" panose="02000000000000000000" pitchFamily="50" charset="-34"/>
                <a:cs typeface="Cloud SemiBold" panose="02000000000000000000" pitchFamily="50" charset="-34"/>
              </a:rPr>
              <a:t>Strategy 4: Vietnam Linked DRs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B27862-224A-EC31-ECFB-A906142CE5E5}"/>
              </a:ext>
            </a:extLst>
          </p:cNvPr>
          <p:cNvGrpSpPr/>
          <p:nvPr/>
        </p:nvGrpSpPr>
        <p:grpSpPr>
          <a:xfrm>
            <a:off x="3779123" y="1788230"/>
            <a:ext cx="4615243" cy="4768460"/>
            <a:chOff x="229482" y="966873"/>
            <a:chExt cx="5181774" cy="535379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7749F33-00C5-A4C0-8B26-823B61F02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979" b="39894"/>
            <a:stretch>
              <a:fillRect/>
            </a:stretch>
          </p:blipFill>
          <p:spPr>
            <a:xfrm>
              <a:off x="339527" y="966873"/>
              <a:ext cx="5071729" cy="25883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9E6390-3A1B-BFEA-0910-D1D43BC5BC3C}"/>
                </a:ext>
              </a:extLst>
            </p:cNvPr>
            <p:cNvGrpSpPr/>
            <p:nvPr/>
          </p:nvGrpSpPr>
          <p:grpSpPr>
            <a:xfrm>
              <a:off x="421214" y="5112887"/>
              <a:ext cx="4990041" cy="1207785"/>
              <a:chOff x="487680" y="5507666"/>
              <a:chExt cx="4990041" cy="120778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71C30E6-8254-5104-F9A3-BF3E4C91B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2220"/>
              <a:stretch>
                <a:fillRect/>
              </a:stretch>
            </p:blipFill>
            <p:spPr>
              <a:xfrm>
                <a:off x="487680" y="5507666"/>
                <a:ext cx="4990041" cy="120778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53B7917-C618-9C08-9FF5-FEECAA632365}"/>
                  </a:ext>
                </a:extLst>
              </p:cNvPr>
              <p:cNvSpPr txBox="1"/>
              <p:nvPr/>
            </p:nvSpPr>
            <p:spPr>
              <a:xfrm>
                <a:off x="1816128" y="5594082"/>
                <a:ext cx="21621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Signal Trades (count) = 32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681C30E-E37B-5808-8C30-7C3A54076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3274"/>
            <a:stretch>
              <a:fillRect/>
            </a:stretch>
          </p:blipFill>
          <p:spPr>
            <a:xfrm>
              <a:off x="229482" y="3496961"/>
              <a:ext cx="5181773" cy="160449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980051-CC04-6540-5D9E-B459FA5828C6}"/>
                </a:ext>
              </a:extLst>
            </p:cNvPr>
            <p:cNvSpPr txBox="1"/>
            <p:nvPr/>
          </p:nvSpPr>
          <p:spPr>
            <a:xfrm>
              <a:off x="1891468" y="3729608"/>
              <a:ext cx="1967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Max Drawdown  ≈ 1.2%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4FECDB2-F42B-D55A-42A4-3A7B43959274}"/>
                </a:ext>
              </a:extLst>
            </p:cNvPr>
            <p:cNvSpPr txBox="1"/>
            <p:nvPr/>
          </p:nvSpPr>
          <p:spPr>
            <a:xfrm>
              <a:off x="2624582" y="1141220"/>
              <a:ext cx="698672" cy="3455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+60%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C6D74E9-6794-DDF4-C00E-EB5F396BD6C0}"/>
              </a:ext>
            </a:extLst>
          </p:cNvPr>
          <p:cNvSpPr txBox="1"/>
          <p:nvPr/>
        </p:nvSpPr>
        <p:spPr>
          <a:xfrm>
            <a:off x="3915388" y="760306"/>
            <a:ext cx="5709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: ≈ 2025-01-01 (since first Vietnam DRs inception)</a:t>
            </a:r>
          </a:p>
          <a:p>
            <a:r>
              <a:rPr lang="en-US" dirty="0"/>
              <a:t>End : 2026-01-23 (Period : ≈ 1 Year)</a:t>
            </a:r>
          </a:p>
          <a:p>
            <a:r>
              <a:rPr lang="en-US" dirty="0"/>
              <a:t>Holding period: 1 Day</a:t>
            </a:r>
          </a:p>
        </p:txBody>
      </p:sp>
    </p:spTree>
    <p:extLst>
      <p:ext uri="{BB962C8B-B14F-4D97-AF65-F5344CB8AC3E}">
        <p14:creationId xmlns:p14="http://schemas.microsoft.com/office/powerpoint/2010/main" val="292925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5401D-FB48-A0CC-2338-8B4D8E4A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A7871-BD66-91F0-5EF7-A1D1BD9EE447}"/>
              </a:ext>
            </a:extLst>
          </p:cNvPr>
          <p:cNvSpPr txBox="1"/>
          <p:nvPr/>
        </p:nvSpPr>
        <p:spPr>
          <a:xfrm>
            <a:off x="-3721396" y="1195825"/>
            <a:ext cx="44656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Hong Kong – Shenzhen/Shanghai 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EMA(Rolling Correlation)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Holiday</a:t>
            </a:r>
          </a:p>
          <a:p>
            <a:pPr marL="285750" indent="-285750">
              <a:buFontTx/>
              <a:buChar char="-"/>
            </a:pPr>
            <a:r>
              <a:rPr lang="en-US" dirty="0"/>
              <a:t>Gap threshold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051E359-A8DD-2D59-B42C-7634821EE68B}"/>
              </a:ext>
            </a:extLst>
          </p:cNvPr>
          <p:cNvGrpSpPr/>
          <p:nvPr/>
        </p:nvGrpSpPr>
        <p:grpSpPr>
          <a:xfrm>
            <a:off x="249393" y="1013634"/>
            <a:ext cx="5586668" cy="2549144"/>
            <a:chOff x="520997" y="3755717"/>
            <a:chExt cx="5586668" cy="254914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E57F22-2E78-C012-8673-2FFF8403F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997" y="4502421"/>
              <a:ext cx="5586668" cy="180244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7EDC8C-FCDA-0B9F-7E31-FDF44048987D}"/>
                </a:ext>
              </a:extLst>
            </p:cNvPr>
            <p:cNvSpPr txBox="1"/>
            <p:nvPr/>
          </p:nvSpPr>
          <p:spPr>
            <a:xfrm>
              <a:off x="886356" y="3755717"/>
              <a:ext cx="52041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loud" panose="02000000000000000000" pitchFamily="50" charset="-34"/>
                  <a:cs typeface="Cloud" panose="02000000000000000000" pitchFamily="50" charset="-34"/>
                </a:rPr>
                <a:t>Dates that are holiday in Hong Kong </a:t>
              </a:r>
            </a:p>
            <a:p>
              <a:pPr algn="ctr"/>
              <a:r>
                <a:rPr lang="en-US" dirty="0">
                  <a:latin typeface="Cloud" panose="02000000000000000000" pitchFamily="50" charset="-34"/>
                  <a:cs typeface="Cloud" panose="02000000000000000000" pitchFamily="50" charset="-34"/>
                </a:rPr>
                <a:t>but not in Shanghai/Shenzhen Exchange Market 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D9EBCB4-41C5-B23F-BD50-587765C74559}"/>
              </a:ext>
            </a:extLst>
          </p:cNvPr>
          <p:cNvSpPr txBox="1"/>
          <p:nvPr/>
        </p:nvSpPr>
        <p:spPr>
          <a:xfrm>
            <a:off x="-146425" y="410990"/>
            <a:ext cx="6460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b="1" u="sng">
                <a:latin typeface="Cloud SemiBold" panose="02000000000000000000" pitchFamily="50" charset="-34"/>
                <a:cs typeface="Cloud SemiBold" panose="02000000000000000000" pitchFamily="50" charset="-34"/>
              </a:defRPr>
            </a:lvl1pPr>
          </a:lstStyle>
          <a:p>
            <a:r>
              <a:rPr lang="en-US" dirty="0"/>
              <a:t>Strategy 2: Hong Kong Linked DRs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B1A36-5685-4B84-40DF-2DE7400C7A3D}"/>
              </a:ext>
            </a:extLst>
          </p:cNvPr>
          <p:cNvSpPr txBox="1"/>
          <p:nvPr/>
        </p:nvSpPr>
        <p:spPr>
          <a:xfrm>
            <a:off x="249393" y="3663151"/>
            <a:ext cx="3435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Hong Kong – Shenzhen/Shanghai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9CDC89-C661-5C88-6E8A-A3CEB3D23132}"/>
              </a:ext>
            </a:extLst>
          </p:cNvPr>
          <p:cNvGrpSpPr/>
          <p:nvPr/>
        </p:nvGrpSpPr>
        <p:grpSpPr>
          <a:xfrm>
            <a:off x="1214411" y="4756237"/>
            <a:ext cx="3985899" cy="2061977"/>
            <a:chOff x="7614439" y="3612167"/>
            <a:chExt cx="3985899" cy="20619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BE43EF5-1C26-0123-9FF9-7FDB2FCB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30889" y="3612167"/>
              <a:ext cx="2271057" cy="166187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1EEF55-848F-9214-5F76-C932A5A09341}"/>
                </a:ext>
              </a:extLst>
            </p:cNvPr>
            <p:cNvSpPr txBox="1"/>
            <p:nvPr/>
          </p:nvSpPr>
          <p:spPr>
            <a:xfrm>
              <a:off x="7614439" y="5304812"/>
              <a:ext cx="3985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Loss if include fees, spread (25 trades)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C60DAFC-5A6C-BBA8-00B8-4A325D99637F}"/>
              </a:ext>
            </a:extLst>
          </p:cNvPr>
          <p:cNvSpPr txBox="1"/>
          <p:nvPr/>
        </p:nvSpPr>
        <p:spPr>
          <a:xfrm>
            <a:off x="6083596" y="301310"/>
            <a:ext cx="6108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Cloud SemiBold" panose="02000000000000000000" pitchFamily="50" charset="-34"/>
                <a:cs typeface="Cloud SemiBold" panose="02000000000000000000" pitchFamily="50" charset="-34"/>
              </a:rPr>
              <a:t>Strategy 4: Vietnam Linked DRs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20A874A-61C2-C545-E6EA-13B927B90C4F}"/>
              </a:ext>
            </a:extLst>
          </p:cNvPr>
          <p:cNvGrpSpPr/>
          <p:nvPr/>
        </p:nvGrpSpPr>
        <p:grpSpPr>
          <a:xfrm>
            <a:off x="6820921" y="1788230"/>
            <a:ext cx="4615243" cy="4768460"/>
            <a:chOff x="229482" y="966873"/>
            <a:chExt cx="5181774" cy="535379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17A566-8133-A381-1188-C2F6FCCCE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979" b="39894"/>
            <a:stretch>
              <a:fillRect/>
            </a:stretch>
          </p:blipFill>
          <p:spPr>
            <a:xfrm>
              <a:off x="339527" y="966873"/>
              <a:ext cx="5071729" cy="25883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A0B27A7-EA2E-65AD-2FBF-4489EA7259EB}"/>
                </a:ext>
              </a:extLst>
            </p:cNvPr>
            <p:cNvGrpSpPr/>
            <p:nvPr/>
          </p:nvGrpSpPr>
          <p:grpSpPr>
            <a:xfrm>
              <a:off x="421214" y="5112887"/>
              <a:ext cx="4990041" cy="1207785"/>
              <a:chOff x="487680" y="5507666"/>
              <a:chExt cx="4990041" cy="120778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00A576-8770-AEB5-00CE-0B614A81A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2220"/>
              <a:stretch>
                <a:fillRect/>
              </a:stretch>
            </p:blipFill>
            <p:spPr>
              <a:xfrm>
                <a:off x="487680" y="5507666"/>
                <a:ext cx="4990041" cy="1207785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169B98A-188B-BCE3-3264-52268443CDBD}"/>
                  </a:ext>
                </a:extLst>
              </p:cNvPr>
              <p:cNvSpPr txBox="1"/>
              <p:nvPr/>
            </p:nvSpPr>
            <p:spPr>
              <a:xfrm>
                <a:off x="1816128" y="5594082"/>
                <a:ext cx="21621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Signal Trades (count) = 32</a:t>
                </a:r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7E8483D-1F02-3A1A-3374-E28749B90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3274"/>
            <a:stretch>
              <a:fillRect/>
            </a:stretch>
          </p:blipFill>
          <p:spPr>
            <a:xfrm>
              <a:off x="229482" y="3496961"/>
              <a:ext cx="5181773" cy="160449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C35830-D620-E3D7-D9CC-E1681EB52F20}"/>
                </a:ext>
              </a:extLst>
            </p:cNvPr>
            <p:cNvSpPr txBox="1"/>
            <p:nvPr/>
          </p:nvSpPr>
          <p:spPr>
            <a:xfrm>
              <a:off x="1891468" y="3729608"/>
              <a:ext cx="19678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Max Drawdown  ≈ 1.2%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9BE8B3-1741-A071-1762-951766EA2AA2}"/>
                </a:ext>
              </a:extLst>
            </p:cNvPr>
            <p:cNvSpPr txBox="1"/>
            <p:nvPr/>
          </p:nvSpPr>
          <p:spPr>
            <a:xfrm>
              <a:off x="2152539" y="1141220"/>
              <a:ext cx="1642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Equity Curve +60%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5D4805A0-848F-DDB7-20D7-3C93556E59D5}"/>
              </a:ext>
            </a:extLst>
          </p:cNvPr>
          <p:cNvSpPr txBox="1"/>
          <p:nvPr/>
        </p:nvSpPr>
        <p:spPr>
          <a:xfrm>
            <a:off x="6991691" y="855192"/>
            <a:ext cx="5040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: 2025-01-01 (first Vietnam DRs inception)</a:t>
            </a:r>
          </a:p>
          <a:p>
            <a:r>
              <a:rPr lang="en-US" dirty="0"/>
              <a:t>End : 2026-01-23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ABB3C8-509D-AE3F-170F-FD6D046BC4AF}"/>
              </a:ext>
            </a:extLst>
          </p:cNvPr>
          <p:cNvCxnSpPr/>
          <p:nvPr/>
        </p:nvCxnSpPr>
        <p:spPr>
          <a:xfrm>
            <a:off x="6096000" y="95693"/>
            <a:ext cx="0" cy="63513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89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B47A5D-DDFF-F55C-801C-7EFE2909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E513A3-F561-2B44-0AA3-000CEEE61B2B}"/>
              </a:ext>
            </a:extLst>
          </p:cNvPr>
          <p:cNvSpPr txBox="1"/>
          <p:nvPr/>
        </p:nvSpPr>
        <p:spPr>
          <a:xfrm>
            <a:off x="3041798" y="405441"/>
            <a:ext cx="6108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latin typeface="Cloud SemiBold" panose="02000000000000000000" pitchFamily="50" charset="-34"/>
                <a:cs typeface="Cloud SemiBold" panose="02000000000000000000" pitchFamily="50" charset="-34"/>
              </a:rPr>
              <a:t>Strategy 4: Vietnam Linked DRs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B564AF-5914-E55D-6C18-AE62EF343F95}"/>
              </a:ext>
            </a:extLst>
          </p:cNvPr>
          <p:cNvGrpSpPr/>
          <p:nvPr/>
        </p:nvGrpSpPr>
        <p:grpSpPr>
          <a:xfrm>
            <a:off x="5921622" y="978303"/>
            <a:ext cx="5181774" cy="5353799"/>
            <a:chOff x="229482" y="966873"/>
            <a:chExt cx="5181774" cy="53537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1257368-3FFC-0BE7-4110-56718CBD5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79" b="39894"/>
            <a:stretch>
              <a:fillRect/>
            </a:stretch>
          </p:blipFill>
          <p:spPr>
            <a:xfrm>
              <a:off x="339527" y="966873"/>
              <a:ext cx="5071729" cy="2588388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3470D6-DD61-1679-189C-FE6AE76EDD03}"/>
                </a:ext>
              </a:extLst>
            </p:cNvPr>
            <p:cNvGrpSpPr/>
            <p:nvPr/>
          </p:nvGrpSpPr>
          <p:grpSpPr>
            <a:xfrm>
              <a:off x="421214" y="5112887"/>
              <a:ext cx="4990041" cy="1207785"/>
              <a:chOff x="487680" y="5507666"/>
              <a:chExt cx="4990041" cy="1207785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386E762-7FA1-3405-992B-308845D7E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2220"/>
              <a:stretch>
                <a:fillRect/>
              </a:stretch>
            </p:blipFill>
            <p:spPr>
              <a:xfrm>
                <a:off x="487680" y="5507666"/>
                <a:ext cx="4990041" cy="1207785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64CB29-4411-9E90-E6BC-D1050D9A1AA8}"/>
                  </a:ext>
                </a:extLst>
              </p:cNvPr>
              <p:cNvSpPr txBox="1"/>
              <p:nvPr/>
            </p:nvSpPr>
            <p:spPr>
              <a:xfrm>
                <a:off x="1957543" y="5638463"/>
                <a:ext cx="21621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Signal Trades (count) = 32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F37C8C-77D2-774D-73A8-CD77152E3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3274"/>
            <a:stretch>
              <a:fillRect/>
            </a:stretch>
          </p:blipFill>
          <p:spPr>
            <a:xfrm>
              <a:off x="229482" y="3496961"/>
              <a:ext cx="5181773" cy="160449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4C625D-C960-55AF-A904-DB76B01613AC}"/>
                </a:ext>
              </a:extLst>
            </p:cNvPr>
            <p:cNvSpPr txBox="1"/>
            <p:nvPr/>
          </p:nvSpPr>
          <p:spPr>
            <a:xfrm>
              <a:off x="2016807" y="3708918"/>
              <a:ext cx="1967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Max Drawdown  ≈ 1.2%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D0BC34-36F9-AECF-E1DF-08428B843EC2}"/>
                </a:ext>
              </a:extLst>
            </p:cNvPr>
            <p:cNvSpPr txBox="1"/>
            <p:nvPr/>
          </p:nvSpPr>
          <p:spPr>
            <a:xfrm>
              <a:off x="2152539" y="1141220"/>
              <a:ext cx="1642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Equity Curve +60%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CC231B0-D5D1-EE6F-F9CB-E9A03CA16A94}"/>
              </a:ext>
            </a:extLst>
          </p:cNvPr>
          <p:cNvSpPr txBox="1"/>
          <p:nvPr/>
        </p:nvSpPr>
        <p:spPr>
          <a:xfrm>
            <a:off x="417328" y="1489100"/>
            <a:ext cx="53986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: Since first Vietnam Linked DRs inception </a:t>
            </a:r>
          </a:p>
          <a:p>
            <a:r>
              <a:rPr lang="en-US" dirty="0"/>
              <a:t>                   (≈ 2025-01-01)</a:t>
            </a:r>
          </a:p>
          <a:p>
            <a:r>
              <a:rPr lang="en-US" dirty="0"/>
              <a:t>End : 2026-01-23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Ignored : Fees, Spread,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AA7B2-5F3D-21B0-A678-E964E22CB70F}"/>
              </a:ext>
            </a:extLst>
          </p:cNvPr>
          <p:cNvSpPr txBox="1"/>
          <p:nvPr/>
        </p:nvSpPr>
        <p:spPr>
          <a:xfrm>
            <a:off x="417328" y="978303"/>
            <a:ext cx="1953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 err="1"/>
              <a:t>Backtesting</a:t>
            </a:r>
            <a:endParaRPr lang="en-US" sz="2000" b="1" u="sng" dirty="0"/>
          </a:p>
        </p:txBody>
      </p:sp>
    </p:spTree>
    <p:extLst>
      <p:ext uri="{BB962C8B-B14F-4D97-AF65-F5344CB8AC3E}">
        <p14:creationId xmlns:p14="http://schemas.microsoft.com/office/powerpoint/2010/main" val="770571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BA8D76-E890-F5AB-C7D9-15FE6B7CC48A}"/>
              </a:ext>
            </a:extLst>
          </p:cNvPr>
          <p:cNvSpPr txBox="1"/>
          <p:nvPr/>
        </p:nvSpPr>
        <p:spPr>
          <a:xfrm>
            <a:off x="595424" y="2115879"/>
            <a:ext cx="76383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</a:t>
            </a:r>
          </a:p>
          <a:p>
            <a:r>
              <a:rPr lang="en-US" dirty="0"/>
              <a:t>“7267 JT Equity” earnings report @ 13:00 post-market (GMT+7)</a:t>
            </a:r>
          </a:p>
          <a:p>
            <a:r>
              <a:rPr lang="en-US" dirty="0"/>
              <a:t>2 hours left (14:30 – 16:30) to decide whether to buy or skip HONDA19 trade</a:t>
            </a:r>
          </a:p>
          <a:p>
            <a:r>
              <a:rPr lang="en-US" dirty="0"/>
              <a:t>(secondary underlying)</a:t>
            </a:r>
          </a:p>
          <a:p>
            <a:endParaRPr lang="en-US" dirty="0"/>
          </a:p>
          <a:p>
            <a:r>
              <a:rPr lang="en-US" dirty="0"/>
              <a:t>HMC (NYSE DR) premarket </a:t>
            </a:r>
          </a:p>
          <a:p>
            <a:endParaRPr lang="en-US" dirty="0"/>
          </a:p>
          <a:p>
            <a:r>
              <a:rPr lang="en-US" dirty="0"/>
              <a:t>Noted: not every ticker has secondary underlying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3799BA4A-3D2B-D196-431A-36097E424BF1}"/>
              </a:ext>
            </a:extLst>
          </p:cNvPr>
          <p:cNvSpPr/>
          <p:nvPr/>
        </p:nvSpPr>
        <p:spPr>
          <a:xfrm rot="10800000">
            <a:off x="8288079" y="2700671"/>
            <a:ext cx="797442" cy="22328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24E77-CE37-ACC8-982E-41885AF3F087}"/>
              </a:ext>
            </a:extLst>
          </p:cNvPr>
          <p:cNvSpPr txBox="1"/>
          <p:nvPr/>
        </p:nvSpPr>
        <p:spPr>
          <a:xfrm>
            <a:off x="9473609" y="2489146"/>
            <a:ext cx="1793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VadorSentiment</a:t>
            </a:r>
          </a:p>
          <a:p>
            <a:pPr algn="ctr"/>
            <a:r>
              <a:rPr lang="en-US" dirty="0"/>
              <a:t>AI/ML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CD0DE-FCE3-D991-FFAD-1C0EE6A6A0FC}"/>
              </a:ext>
            </a:extLst>
          </p:cNvPr>
          <p:cNvSpPr txBox="1"/>
          <p:nvPr/>
        </p:nvSpPr>
        <p:spPr>
          <a:xfrm>
            <a:off x="1020726" y="457200"/>
            <a:ext cx="152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Japan Trading</a:t>
            </a:r>
          </a:p>
        </p:txBody>
      </p:sp>
    </p:spTree>
    <p:extLst>
      <p:ext uri="{BB962C8B-B14F-4D97-AF65-F5344CB8AC3E}">
        <p14:creationId xmlns:p14="http://schemas.microsoft.com/office/powerpoint/2010/main" val="12416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535C0-4881-3978-EBAA-3F41FBA8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"/>
          <a:stretch>
            <a:fillRect/>
          </a:stretch>
        </p:blipFill>
        <p:spPr>
          <a:xfrm>
            <a:off x="1715959" y="495874"/>
            <a:ext cx="8760082" cy="60505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25BBFD-6AAB-5AE4-1667-38BE9CAD3E76}"/>
              </a:ext>
            </a:extLst>
          </p:cNvPr>
          <p:cNvSpPr/>
          <p:nvPr/>
        </p:nvSpPr>
        <p:spPr>
          <a:xfrm>
            <a:off x="9335386" y="3397101"/>
            <a:ext cx="648586" cy="3455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CF6DB-4C0D-692C-C839-F071A6048C79}"/>
              </a:ext>
            </a:extLst>
          </p:cNvPr>
          <p:cNvSpPr txBox="1"/>
          <p:nvPr/>
        </p:nvSpPr>
        <p:spPr>
          <a:xfrm>
            <a:off x="9983972" y="3136612"/>
            <a:ext cx="21368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As of 2022</a:t>
            </a:r>
          </a:p>
          <a:p>
            <a:r>
              <a:rPr lang="en-US" sz="1600" dirty="0"/>
              <a:t>HFT (not all algo) ≈ 9%</a:t>
            </a:r>
          </a:p>
        </p:txBody>
      </p:sp>
    </p:spTree>
    <p:extLst>
      <p:ext uri="{BB962C8B-B14F-4D97-AF65-F5344CB8AC3E}">
        <p14:creationId xmlns:p14="http://schemas.microsoft.com/office/powerpoint/2010/main" val="225655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53860-178F-9A6F-18EB-29E0977F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32" y="834598"/>
            <a:ext cx="10215136" cy="4917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E51859-C7EE-7DE8-89EF-83BB71E23D37}"/>
              </a:ext>
            </a:extLst>
          </p:cNvPr>
          <p:cNvSpPr txBox="1"/>
          <p:nvPr/>
        </p:nvSpPr>
        <p:spPr>
          <a:xfrm>
            <a:off x="435539" y="217908"/>
            <a:ext cx="286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Tick Size: Price Ladder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C165B-ECE6-1E6C-EC2C-A39BC47319C2}"/>
              </a:ext>
            </a:extLst>
          </p:cNvPr>
          <p:cNvSpPr txBox="1"/>
          <p:nvPr/>
        </p:nvSpPr>
        <p:spPr>
          <a:xfrm>
            <a:off x="988432" y="6257320"/>
            <a:ext cx="60977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https://www.set.or.th/th/trading-units-tick-sizes-price-limits</a:t>
            </a:r>
          </a:p>
        </p:txBody>
      </p:sp>
    </p:spTree>
    <p:extLst>
      <p:ext uri="{BB962C8B-B14F-4D97-AF65-F5344CB8AC3E}">
        <p14:creationId xmlns:p14="http://schemas.microsoft.com/office/powerpoint/2010/main" val="23986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92873-7FDA-7C22-1117-CD6A9C9B0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93" y="602857"/>
            <a:ext cx="8903740" cy="5652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A84FB5-2DC4-4067-3345-CF971E29D4C7}"/>
              </a:ext>
            </a:extLst>
          </p:cNvPr>
          <p:cNvSpPr txBox="1"/>
          <p:nvPr/>
        </p:nvSpPr>
        <p:spPr>
          <a:xfrm>
            <a:off x="10082141" y="1750091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9C903-001B-0B01-6289-D46F354ABE6B}"/>
              </a:ext>
            </a:extLst>
          </p:cNvPr>
          <p:cNvSpPr txBox="1"/>
          <p:nvPr/>
        </p:nvSpPr>
        <p:spPr>
          <a:xfrm>
            <a:off x="10082141" y="2140689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0.0167%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7D397-645D-751E-3010-763612E09ACB}"/>
              </a:ext>
            </a:extLst>
          </p:cNvPr>
          <p:cNvSpPr txBox="1"/>
          <p:nvPr/>
        </p:nvSpPr>
        <p:spPr>
          <a:xfrm>
            <a:off x="10082141" y="2563186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CF83D-7F27-841D-3BFA-DA2369ABC6A3}"/>
              </a:ext>
            </a:extLst>
          </p:cNvPr>
          <p:cNvSpPr txBox="1"/>
          <p:nvPr/>
        </p:nvSpPr>
        <p:spPr>
          <a:xfrm>
            <a:off x="10082141" y="2964417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0.0167%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BC462-48C0-21AC-56C2-3B4992E6F134}"/>
              </a:ext>
            </a:extLst>
          </p:cNvPr>
          <p:cNvSpPr txBox="1"/>
          <p:nvPr/>
        </p:nvSpPr>
        <p:spPr>
          <a:xfrm>
            <a:off x="10082141" y="3381595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7D5F8-2EF2-E08E-2CB3-E222381128B0}"/>
              </a:ext>
            </a:extLst>
          </p:cNvPr>
          <p:cNvSpPr txBox="1"/>
          <p:nvPr/>
        </p:nvSpPr>
        <p:spPr>
          <a:xfrm>
            <a:off x="10082141" y="377219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0.0167%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4FDD1A-DC7B-7F94-C2FD-75C0F8DFC4A4}"/>
              </a:ext>
            </a:extLst>
          </p:cNvPr>
          <p:cNvSpPr txBox="1"/>
          <p:nvPr/>
        </p:nvSpPr>
        <p:spPr>
          <a:xfrm>
            <a:off x="10082141" y="4184057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9BA59-2A17-0FB3-412A-E88C73DF201D}"/>
              </a:ext>
            </a:extLst>
          </p:cNvPr>
          <p:cNvSpPr txBox="1"/>
          <p:nvPr/>
        </p:nvSpPr>
        <p:spPr>
          <a:xfrm>
            <a:off x="10082141" y="456402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0.0167%</a:t>
            </a:r>
          </a:p>
        </p:txBody>
      </p:sp>
    </p:spTree>
    <p:extLst>
      <p:ext uri="{BB962C8B-B14F-4D97-AF65-F5344CB8AC3E}">
        <p14:creationId xmlns:p14="http://schemas.microsoft.com/office/powerpoint/2010/main" val="378683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3D9451-01C2-BBC1-9961-2D5528CDCC96}"/>
              </a:ext>
            </a:extLst>
          </p:cNvPr>
          <p:cNvSpPr txBox="1"/>
          <p:nvPr/>
        </p:nvSpPr>
        <p:spPr>
          <a:xfrm>
            <a:off x="893136" y="4160456"/>
            <a:ext cx="2981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Tick size ladder</a:t>
            </a:r>
          </a:p>
          <a:p>
            <a:r>
              <a:rPr lang="en-US" dirty="0"/>
              <a:t>DR arbitrage</a:t>
            </a:r>
          </a:p>
          <a:p>
            <a:r>
              <a:rPr lang="en-US" dirty="0"/>
              <a:t>DR Ceiling regulation breaks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4714C-2878-D949-B002-B76705FBF1C9}"/>
              </a:ext>
            </a:extLst>
          </p:cNvPr>
          <p:cNvSpPr txBox="1"/>
          <p:nvPr/>
        </p:nvSpPr>
        <p:spPr>
          <a:xfrm>
            <a:off x="1135026" y="732814"/>
            <a:ext cx="6097772" cy="2696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relative tick = tick size​ / price</a:t>
            </a:r>
          </a:p>
          <a:p>
            <a:endParaRPr lang="en-US" dirty="0"/>
          </a:p>
          <a:p>
            <a:r>
              <a:rPr lang="en-US" dirty="0"/>
              <a:t>Passive bid before tick size ladder change</a:t>
            </a:r>
          </a:p>
          <a:p>
            <a:endParaRPr lang="en-US" dirty="0"/>
          </a:p>
          <a:p>
            <a:r>
              <a:rPr lang="en-US" dirty="0"/>
              <a:t>Thick top of book (or L2 orderbook)</a:t>
            </a:r>
          </a:p>
          <a:p>
            <a:endParaRPr lang="en-US" dirty="0"/>
          </a:p>
          <a:p>
            <a:r>
              <a:rPr lang="en-US" dirty="0"/>
              <a:t>Time-based order (cancel after 30-180 if not filled and limit buy again)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43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9752</TotalTime>
  <Words>691</Words>
  <Application>Microsoft Office PowerPoint</Application>
  <PresentationFormat>Widescreen</PresentationFormat>
  <Paragraphs>134</Paragraphs>
  <Slides>12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Cloud</vt:lpstr>
      <vt:lpstr>Cloud SemiBold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Jetnipat  Nipatkusolkit</dc:creator>
  <cp:lastModifiedBy>Jetnipat  Nipatkusolkit</cp:lastModifiedBy>
  <cp:revision>1</cp:revision>
  <dcterms:created xsi:type="dcterms:W3CDTF">2026-01-19T02:00:33Z</dcterms:created>
  <dcterms:modified xsi:type="dcterms:W3CDTF">2026-02-20T06:45:51Z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798954e-356d-4b60-bfcd-1364bec05aa2_Enabled">
    <vt:lpwstr>true</vt:lpwstr>
  </property>
  <property fmtid="{D5CDD505-2E9C-101B-9397-08002B2CF9AE}" pid="3" name="MSIP_Label_1798954e-356d-4b60-bfcd-1364bec05aa2_SetDate">
    <vt:lpwstr>2026-01-19T02:54:24Z</vt:lpwstr>
  </property>
  <property fmtid="{D5CDD505-2E9C-101B-9397-08002B2CF9AE}" pid="4" name="MSIP_Label_1798954e-356d-4b60-bfcd-1364bec05aa2_Method">
    <vt:lpwstr>Standard</vt:lpwstr>
  </property>
  <property fmtid="{D5CDD505-2E9C-101B-9397-08002B2CF9AE}" pid="5" name="MSIP_Label_1798954e-356d-4b60-bfcd-1364bec05aa2_Name">
    <vt:lpwstr>Internal</vt:lpwstr>
  </property>
  <property fmtid="{D5CDD505-2E9C-101B-9397-08002B2CF9AE}" pid="6" name="MSIP_Label_1798954e-356d-4b60-bfcd-1364bec05aa2_SiteId">
    <vt:lpwstr>d94db576-9d97-4b16-be80-78bb06a131b9</vt:lpwstr>
  </property>
  <property fmtid="{D5CDD505-2E9C-101B-9397-08002B2CF9AE}" pid="7" name="MSIP_Label_1798954e-356d-4b60-bfcd-1364bec05aa2_ActionId">
    <vt:lpwstr>65f3e6f3-ce92-425b-947f-9b76a65f436c</vt:lpwstr>
  </property>
  <property fmtid="{D5CDD505-2E9C-101B-9397-08002B2CF9AE}" pid="8" name="MSIP_Label_1798954e-356d-4b60-bfcd-1364bec05aa2_ContentBits">
    <vt:lpwstr>1</vt:lpwstr>
  </property>
  <property fmtid="{D5CDD505-2E9C-101B-9397-08002B2CF9AE}" pid="9" name="MSIP_Label_1798954e-356d-4b60-bfcd-1364bec05aa2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Classified as internal</vt:lpwstr>
  </property>
</Properties>
</file>